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11"/>
  </p:notesMasterIdLst>
  <p:handoutMasterIdLst>
    <p:handoutMasterId r:id="rId12"/>
  </p:handoutMasterIdLst>
  <p:sldIdLst>
    <p:sldId id="256" r:id="rId3"/>
    <p:sldId id="257" r:id="rId4"/>
    <p:sldId id="304" r:id="rId5"/>
    <p:sldId id="306" r:id="rId6"/>
    <p:sldId id="334" r:id="rId7"/>
    <p:sldId id="340" r:id="rId8"/>
    <p:sldId id="333" r:id="rId9"/>
    <p:sldId id="321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13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55DF1B-60F3-45AF-B4BF-1A578CBFED81}" v="33" dt="2026-10-21T16:21:42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529" autoAdjust="0"/>
  </p:normalViewPr>
  <p:slideViewPr>
    <p:cSldViewPr snapToGrid="0">
      <p:cViewPr varScale="1">
        <p:scale>
          <a:sx n="74" d="100"/>
          <a:sy n="74" d="100"/>
        </p:scale>
        <p:origin x="81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 yuan Su" userId="2cfcdc676e2aca6c" providerId="LiveId" clId="{C1ACD4DA-A12D-42BE-A820-2B460457B918}"/>
    <pc:docChg chg="undo custSel delSld modSld">
      <pc:chgData name="Si yuan Su" userId="2cfcdc676e2aca6c" providerId="LiveId" clId="{C1ACD4DA-A12D-42BE-A820-2B460457B918}" dt="2026-10-21T16:21:52.350" v="283" actId="20577"/>
      <pc:docMkLst>
        <pc:docMk/>
      </pc:docMkLst>
      <pc:sldChg chg="modSp mod">
        <pc:chgData name="Si yuan Su" userId="2cfcdc676e2aca6c" providerId="LiveId" clId="{C1ACD4DA-A12D-42BE-A820-2B460457B918}" dt="2026-10-21T14:44:24.590" v="2" actId="20577"/>
        <pc:sldMkLst>
          <pc:docMk/>
          <pc:sldMk cId="0" sldId="257"/>
        </pc:sldMkLst>
        <pc:spChg chg="mod">
          <ac:chgData name="Si yuan Su" userId="2cfcdc676e2aca6c" providerId="LiveId" clId="{C1ACD4DA-A12D-42BE-A820-2B460457B918}" dt="2026-10-21T14:44:24.590" v="2" actId="20577"/>
          <ac:spMkLst>
            <pc:docMk/>
            <pc:sldMk cId="0" sldId="257"/>
            <ac:spMk id="13" creationId="{00000000-0000-0000-0000-000000000000}"/>
          </ac:spMkLst>
        </pc:spChg>
      </pc:sldChg>
      <pc:sldChg chg="addSp delSp modSp mod modNotesTx">
        <pc:chgData name="Si yuan Su" userId="2cfcdc676e2aca6c" providerId="LiveId" clId="{C1ACD4DA-A12D-42BE-A820-2B460457B918}" dt="2026-10-21T15:59:04.920" v="232" actId="207"/>
        <pc:sldMkLst>
          <pc:docMk/>
          <pc:sldMk cId="0" sldId="304"/>
        </pc:sldMkLst>
        <pc:spChg chg="mod">
          <ac:chgData name="Si yuan Su" userId="2cfcdc676e2aca6c" providerId="LiveId" clId="{C1ACD4DA-A12D-42BE-A820-2B460457B918}" dt="2026-10-21T15:56:13.982" v="179" actId="14100"/>
          <ac:spMkLst>
            <pc:docMk/>
            <pc:sldMk cId="0" sldId="304"/>
            <ac:spMk id="3" creationId="{00000000-0000-0000-0000-000000000000}"/>
          </ac:spMkLst>
        </pc:spChg>
        <pc:spChg chg="mod">
          <ac:chgData name="Si yuan Su" userId="2cfcdc676e2aca6c" providerId="LiveId" clId="{C1ACD4DA-A12D-42BE-A820-2B460457B918}" dt="2026-10-21T15:56:30.027" v="182" actId="14100"/>
          <ac:spMkLst>
            <pc:docMk/>
            <pc:sldMk cId="0" sldId="304"/>
            <ac:spMk id="5" creationId="{00000000-0000-0000-0000-000000000000}"/>
          </ac:spMkLst>
        </pc:spChg>
        <pc:spChg chg="del mod">
          <ac:chgData name="Si yuan Su" userId="2cfcdc676e2aca6c" providerId="LiveId" clId="{C1ACD4DA-A12D-42BE-A820-2B460457B918}" dt="2026-10-21T15:18:27.386" v="67" actId="478"/>
          <ac:spMkLst>
            <pc:docMk/>
            <pc:sldMk cId="0" sldId="304"/>
            <ac:spMk id="8" creationId="{00000000-0000-0000-0000-000000000000}"/>
          </ac:spMkLst>
        </pc:spChg>
        <pc:spChg chg="del mod">
          <ac:chgData name="Si yuan Su" userId="2cfcdc676e2aca6c" providerId="LiveId" clId="{C1ACD4DA-A12D-42BE-A820-2B460457B918}" dt="2026-10-21T15:18:25.140" v="65" actId="478"/>
          <ac:spMkLst>
            <pc:docMk/>
            <pc:sldMk cId="0" sldId="304"/>
            <ac:spMk id="10" creationId="{00000000-0000-0000-0000-000000000000}"/>
          </ac:spMkLst>
        </pc:spChg>
        <pc:spChg chg="mod">
          <ac:chgData name="Si yuan Su" userId="2cfcdc676e2aca6c" providerId="LiveId" clId="{C1ACD4DA-A12D-42BE-A820-2B460457B918}" dt="2026-10-21T15:53:55.750" v="138" actId="1076"/>
          <ac:spMkLst>
            <pc:docMk/>
            <pc:sldMk cId="0" sldId="304"/>
            <ac:spMk id="12" creationId="{00000000-0000-0000-0000-000000000000}"/>
          </ac:spMkLst>
        </pc:spChg>
        <pc:spChg chg="add del">
          <ac:chgData name="Si yuan Su" userId="2cfcdc676e2aca6c" providerId="LiveId" clId="{C1ACD4DA-A12D-42BE-A820-2B460457B918}" dt="2026-10-21T15:55:13.001" v="157" actId="22"/>
          <ac:spMkLst>
            <pc:docMk/>
            <pc:sldMk cId="0" sldId="304"/>
            <ac:spMk id="13" creationId="{2E160FCE-544D-5064-4362-B14CC730B171}"/>
          </ac:spMkLst>
        </pc:spChg>
        <pc:spChg chg="add mod">
          <ac:chgData name="Si yuan Su" userId="2cfcdc676e2aca6c" providerId="LiveId" clId="{C1ACD4DA-A12D-42BE-A820-2B460457B918}" dt="2026-10-21T15:55:56.902" v="176" actId="14100"/>
          <ac:spMkLst>
            <pc:docMk/>
            <pc:sldMk cId="0" sldId="304"/>
            <ac:spMk id="18" creationId="{DB1AF800-B4ED-AE8E-1617-E82A6C629D21}"/>
          </ac:spMkLst>
        </pc:spChg>
        <pc:spChg chg="add mod">
          <ac:chgData name="Si yuan Su" userId="2cfcdc676e2aca6c" providerId="LiveId" clId="{C1ACD4DA-A12D-42BE-A820-2B460457B918}" dt="2026-10-21T15:56:55.258" v="202" actId="2711"/>
          <ac:spMkLst>
            <pc:docMk/>
            <pc:sldMk cId="0" sldId="304"/>
            <ac:spMk id="20" creationId="{80A9A1E1-0B16-6064-3C8C-98040C89276E}"/>
          </ac:spMkLst>
        </pc:spChg>
        <pc:spChg chg="add mod">
          <ac:chgData name="Si yuan Su" userId="2cfcdc676e2aca6c" providerId="LiveId" clId="{C1ACD4DA-A12D-42BE-A820-2B460457B918}" dt="2026-10-21T15:57:18.747" v="215" actId="20577"/>
          <ac:spMkLst>
            <pc:docMk/>
            <pc:sldMk cId="0" sldId="304"/>
            <ac:spMk id="22" creationId="{9A2C126C-3274-33DD-B74B-3B565C68FC6B}"/>
          </ac:spMkLst>
        </pc:spChg>
        <pc:spChg chg="add mod">
          <ac:chgData name="Si yuan Su" userId="2cfcdc676e2aca6c" providerId="LiveId" clId="{C1ACD4DA-A12D-42BE-A820-2B460457B918}" dt="2026-10-21T15:59:04.920" v="232" actId="207"/>
          <ac:spMkLst>
            <pc:docMk/>
            <pc:sldMk cId="0" sldId="304"/>
            <ac:spMk id="24" creationId="{4F19C1DD-9ED9-1110-D50C-0C591E53A567}"/>
          </ac:spMkLst>
        </pc:spChg>
        <pc:spChg chg="add mod">
          <ac:chgData name="Si yuan Su" userId="2cfcdc676e2aca6c" providerId="LiveId" clId="{C1ACD4DA-A12D-42BE-A820-2B460457B918}" dt="2026-10-21T15:58:12.407" v="221"/>
          <ac:spMkLst>
            <pc:docMk/>
            <pc:sldMk cId="0" sldId="304"/>
            <ac:spMk id="26" creationId="{4F11CA8A-2468-A4A1-4205-7F9855C62EC7}"/>
          </ac:spMkLst>
        </pc:spChg>
        <pc:picChg chg="del mod">
          <ac:chgData name="Si yuan Su" userId="2cfcdc676e2aca6c" providerId="LiveId" clId="{C1ACD4DA-A12D-42BE-A820-2B460457B918}" dt="2026-10-21T15:18:22.504" v="63" actId="478"/>
          <ac:picMkLst>
            <pc:docMk/>
            <pc:sldMk cId="0" sldId="304"/>
            <ac:picMk id="6" creationId="{00000000-0000-0000-0000-000000000000}"/>
          </ac:picMkLst>
        </pc:picChg>
      </pc:sldChg>
      <pc:sldChg chg="addSp delSp modSp mod">
        <pc:chgData name="Si yuan Su" userId="2cfcdc676e2aca6c" providerId="LiveId" clId="{C1ACD4DA-A12D-42BE-A820-2B460457B918}" dt="2026-10-21T14:54:44.356" v="58" actId="20577"/>
        <pc:sldMkLst>
          <pc:docMk/>
          <pc:sldMk cId="0" sldId="306"/>
        </pc:sldMkLst>
        <pc:spChg chg="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4" creationId="{0BA57017-5434-9CA0-98DC-C300558DD544}"/>
          </ac:spMkLst>
        </pc:spChg>
        <pc:spChg chg="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5" creationId="{DCEB1B13-E8BC-F26D-18F1-328DE17E2749}"/>
          </ac:spMkLst>
        </pc:spChg>
        <pc:spChg chg="add 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6" creationId="{4A9E8CF7-518A-DED6-DF2A-C45E5CBC496E}"/>
          </ac:spMkLst>
        </pc:spChg>
        <pc:spChg chg="add 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7" creationId="{D1784DA3-A506-B43D-D7CB-B0D32E98F55C}"/>
          </ac:spMkLst>
        </pc:spChg>
        <pc:spChg chg="mod">
          <ac:chgData name="Si yuan Su" userId="2cfcdc676e2aca6c" providerId="LiveId" clId="{C1ACD4DA-A12D-42BE-A820-2B460457B918}" dt="2026-10-21T14:52:39.729" v="50" actId="14100"/>
          <ac:spMkLst>
            <pc:docMk/>
            <pc:sldMk cId="0" sldId="306"/>
            <ac:spMk id="10" creationId="{00000000-0000-0000-0000-000000000000}"/>
          </ac:spMkLst>
        </pc:spChg>
        <pc:spChg chg="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21" creationId="{BC60D1B2-5E93-53F7-E3EF-1B5565089D64}"/>
          </ac:spMkLst>
        </pc:spChg>
        <pc:spChg chg="del">
          <ac:chgData name="Si yuan Su" userId="2cfcdc676e2aca6c" providerId="LiveId" clId="{C1ACD4DA-A12D-42BE-A820-2B460457B918}" dt="2026-10-21T14:51:58.803" v="39" actId="478"/>
          <ac:spMkLst>
            <pc:docMk/>
            <pc:sldMk cId="0" sldId="306"/>
            <ac:spMk id="22" creationId="{00000000-0000-0000-0000-000000000000}"/>
          </ac:spMkLst>
        </pc:spChg>
        <pc:spChg chg="del">
          <ac:chgData name="Si yuan Su" userId="2cfcdc676e2aca6c" providerId="LiveId" clId="{C1ACD4DA-A12D-42BE-A820-2B460457B918}" dt="2026-10-21T14:51:58.803" v="39" actId="478"/>
          <ac:spMkLst>
            <pc:docMk/>
            <pc:sldMk cId="0" sldId="306"/>
            <ac:spMk id="23" creationId="{00000000-0000-0000-0000-000000000000}"/>
          </ac:spMkLst>
        </pc:spChg>
        <pc:spChg chg="del">
          <ac:chgData name="Si yuan Su" userId="2cfcdc676e2aca6c" providerId="LiveId" clId="{C1ACD4DA-A12D-42BE-A820-2B460457B918}" dt="2026-10-21T14:51:58.803" v="39" actId="478"/>
          <ac:spMkLst>
            <pc:docMk/>
            <pc:sldMk cId="0" sldId="306"/>
            <ac:spMk id="24" creationId="{00000000-0000-0000-0000-000000000000}"/>
          </ac:spMkLst>
        </pc:spChg>
        <pc:spChg chg="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25" creationId="{5B25A09E-EBEF-E772-2CBB-56B79706AAEA}"/>
          </ac:spMkLst>
        </pc:spChg>
        <pc:spChg chg="del">
          <ac:chgData name="Si yuan Su" userId="2cfcdc676e2aca6c" providerId="LiveId" clId="{C1ACD4DA-A12D-42BE-A820-2B460457B918}" dt="2026-10-21T14:51:58.803" v="39" actId="478"/>
          <ac:spMkLst>
            <pc:docMk/>
            <pc:sldMk cId="0" sldId="306"/>
            <ac:spMk id="26" creationId="{00000000-0000-0000-0000-000000000000}"/>
          </ac:spMkLst>
        </pc:spChg>
        <pc:spChg chg="del mod">
          <ac:chgData name="Si yuan Su" userId="2cfcdc676e2aca6c" providerId="LiveId" clId="{C1ACD4DA-A12D-42BE-A820-2B460457B918}" dt="2026-10-21T14:52:02.923" v="43" actId="478"/>
          <ac:spMkLst>
            <pc:docMk/>
            <pc:sldMk cId="0" sldId="306"/>
            <ac:spMk id="27" creationId="{00000000-0000-0000-0000-000000000000}"/>
          </ac:spMkLst>
        </pc:spChg>
        <pc:spChg chg="add 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34" creationId="{18E31613-EE9E-3100-3DB5-34AD2285C963}"/>
          </ac:spMkLst>
        </pc:spChg>
        <pc:spChg chg="add mod">
          <ac:chgData name="Si yuan Su" userId="2cfcdc676e2aca6c" providerId="LiveId" clId="{C1ACD4DA-A12D-42BE-A820-2B460457B918}" dt="2026-10-21T14:54:21.949" v="53"/>
          <ac:spMkLst>
            <pc:docMk/>
            <pc:sldMk cId="0" sldId="306"/>
            <ac:spMk id="35" creationId="{5B8B5401-D7E9-7DDA-A02C-3D251CB1DA4E}"/>
          </ac:spMkLst>
        </pc:spChg>
        <pc:spChg chg="mod">
          <ac:chgData name="Si yuan Su" userId="2cfcdc676e2aca6c" providerId="LiveId" clId="{C1ACD4DA-A12D-42BE-A820-2B460457B918}" dt="2026-10-21T14:54:32.368" v="54"/>
          <ac:spMkLst>
            <pc:docMk/>
            <pc:sldMk cId="0" sldId="306"/>
            <ac:spMk id="36" creationId="{42D9C831-3B39-E7E1-801E-8B5B82072295}"/>
          </ac:spMkLst>
        </pc:spChg>
        <pc:spChg chg="mod">
          <ac:chgData name="Si yuan Su" userId="2cfcdc676e2aca6c" providerId="LiveId" clId="{C1ACD4DA-A12D-42BE-A820-2B460457B918}" dt="2026-10-21T14:52:04.370" v="44"/>
          <ac:spMkLst>
            <pc:docMk/>
            <pc:sldMk cId="0" sldId="306"/>
            <ac:spMk id="38" creationId="{BE814FD4-8878-F7C6-2B89-89D68AC5C024}"/>
          </ac:spMkLst>
        </pc:spChg>
        <pc:spChg chg="add mod">
          <ac:chgData name="Si yuan Su" userId="2cfcdc676e2aca6c" providerId="LiveId" clId="{C1ACD4DA-A12D-42BE-A820-2B460457B918}" dt="2026-10-21T14:54:44.356" v="58" actId="20577"/>
          <ac:spMkLst>
            <pc:docMk/>
            <pc:sldMk cId="0" sldId="306"/>
            <ac:spMk id="41" creationId="{68CFD9F4-219E-FF89-2D66-D88571C8B0B0}"/>
          </ac:spMkLst>
        </pc:spChg>
        <pc:grpChg chg="del">
          <ac:chgData name="Si yuan Su" userId="2cfcdc676e2aca6c" providerId="LiveId" clId="{C1ACD4DA-A12D-42BE-A820-2B460457B918}" dt="2026-10-21T14:52:00.738" v="41" actId="478"/>
          <ac:grpSpMkLst>
            <pc:docMk/>
            <pc:sldMk cId="0" sldId="306"/>
            <ac:grpSpMk id="14" creationId="{00000000-0000-0000-0000-000000000000}"/>
          </ac:grpSpMkLst>
        </pc:grpChg>
        <pc:grpChg chg="del">
          <ac:chgData name="Si yuan Su" userId="2cfcdc676e2aca6c" providerId="LiveId" clId="{C1ACD4DA-A12D-42BE-A820-2B460457B918}" dt="2026-10-21T14:52:00.146" v="40" actId="478"/>
          <ac:grpSpMkLst>
            <pc:docMk/>
            <pc:sldMk cId="0" sldId="306"/>
            <ac:grpSpMk id="15" creationId="{00000000-0000-0000-0000-000000000000}"/>
          </ac:grpSpMkLst>
        </pc:grpChg>
        <pc:picChg chg="add del">
          <ac:chgData name="Si yuan Su" userId="2cfcdc676e2aca6c" providerId="LiveId" clId="{C1ACD4DA-A12D-42BE-A820-2B460457B918}" dt="2026-10-21T14:52:43.897" v="52" actId="478"/>
          <ac:picMkLst>
            <pc:docMk/>
            <pc:sldMk cId="0" sldId="306"/>
            <ac:picMk id="13" creationId="{00000000-0000-0000-0000-000000000000}"/>
          </ac:picMkLst>
        </pc:picChg>
      </pc:sldChg>
      <pc:sldChg chg="del">
        <pc:chgData name="Si yuan Su" userId="2cfcdc676e2aca6c" providerId="LiveId" clId="{C1ACD4DA-A12D-42BE-A820-2B460457B918}" dt="2026-10-21T15:59:35.638" v="234" actId="47"/>
        <pc:sldMkLst>
          <pc:docMk/>
          <pc:sldMk cId="0" sldId="312"/>
        </pc:sldMkLst>
      </pc:sldChg>
      <pc:sldChg chg="modSp mod">
        <pc:chgData name="Si yuan Su" userId="2cfcdc676e2aca6c" providerId="LiveId" clId="{C1ACD4DA-A12D-42BE-A820-2B460457B918}" dt="2026-10-21T14:47:01.188" v="33" actId="20577"/>
        <pc:sldMkLst>
          <pc:docMk/>
          <pc:sldMk cId="0" sldId="321"/>
        </pc:sldMkLst>
        <pc:spChg chg="mod">
          <ac:chgData name="Si yuan Su" userId="2cfcdc676e2aca6c" providerId="LiveId" clId="{C1ACD4DA-A12D-42BE-A820-2B460457B918}" dt="2026-10-21T14:46:47.507" v="9"/>
          <ac:spMkLst>
            <pc:docMk/>
            <pc:sldMk cId="0" sldId="321"/>
            <ac:spMk id="19" creationId="{00000000-0000-0000-0000-000000000000}"/>
          </ac:spMkLst>
        </pc:spChg>
        <pc:spChg chg="mod">
          <ac:chgData name="Si yuan Su" userId="2cfcdc676e2aca6c" providerId="LiveId" clId="{C1ACD4DA-A12D-42BE-A820-2B460457B918}" dt="2026-10-21T14:46:53.235" v="25"/>
          <ac:spMkLst>
            <pc:docMk/>
            <pc:sldMk cId="0" sldId="321"/>
            <ac:spMk id="22" creationId="{00000000-0000-0000-0000-000000000000}"/>
          </ac:spMkLst>
        </pc:spChg>
        <pc:spChg chg="mod">
          <ac:chgData name="Si yuan Su" userId="2cfcdc676e2aca6c" providerId="LiveId" clId="{C1ACD4DA-A12D-42BE-A820-2B460457B918}" dt="2026-10-21T14:47:01.188" v="33" actId="20577"/>
          <ac:spMkLst>
            <pc:docMk/>
            <pc:sldMk cId="0" sldId="321"/>
            <ac:spMk id="25" creationId="{00000000-0000-0000-0000-000000000000}"/>
          </ac:spMkLst>
        </pc:spChg>
      </pc:sldChg>
      <pc:sldChg chg="del">
        <pc:chgData name="Si yuan Su" userId="2cfcdc676e2aca6c" providerId="LiveId" clId="{C1ACD4DA-A12D-42BE-A820-2B460457B918}" dt="2026-10-21T15:59:39.369" v="236" actId="47"/>
        <pc:sldMkLst>
          <pc:docMk/>
          <pc:sldMk cId="0" sldId="324"/>
        </pc:sldMkLst>
      </pc:sldChg>
      <pc:sldChg chg="del">
        <pc:chgData name="Si yuan Su" userId="2cfcdc676e2aca6c" providerId="LiveId" clId="{C1ACD4DA-A12D-42BE-A820-2B460457B918}" dt="2026-10-21T15:59:37.751" v="235" actId="47"/>
        <pc:sldMkLst>
          <pc:docMk/>
          <pc:sldMk cId="0" sldId="329"/>
        </pc:sldMkLst>
      </pc:sldChg>
      <pc:sldChg chg="del">
        <pc:chgData name="Si yuan Su" userId="2cfcdc676e2aca6c" providerId="LiveId" clId="{C1ACD4DA-A12D-42BE-A820-2B460457B918}" dt="2026-10-21T15:59:44.197" v="238" actId="47"/>
        <pc:sldMkLst>
          <pc:docMk/>
          <pc:sldMk cId="0" sldId="332"/>
        </pc:sldMkLst>
      </pc:sldChg>
      <pc:sldChg chg="modSp mod">
        <pc:chgData name="Si yuan Su" userId="2cfcdc676e2aca6c" providerId="LiveId" clId="{C1ACD4DA-A12D-42BE-A820-2B460457B918}" dt="2026-10-21T16:21:52.350" v="283" actId="20577"/>
        <pc:sldMkLst>
          <pc:docMk/>
          <pc:sldMk cId="0" sldId="333"/>
        </pc:sldMkLst>
        <pc:spChg chg="mod">
          <ac:chgData name="Si yuan Su" userId="2cfcdc676e2aca6c" providerId="LiveId" clId="{C1ACD4DA-A12D-42BE-A820-2B460457B918}" dt="2026-10-21T16:21:52.350" v="283" actId="20577"/>
          <ac:spMkLst>
            <pc:docMk/>
            <pc:sldMk cId="0" sldId="333"/>
            <ac:spMk id="3" creationId="{00000000-0000-0000-0000-000000000000}"/>
          </ac:spMkLst>
        </pc:spChg>
        <pc:spChg chg="mod">
          <ac:chgData name="Si yuan Su" userId="2cfcdc676e2aca6c" providerId="LiveId" clId="{C1ACD4DA-A12D-42BE-A820-2B460457B918}" dt="2026-10-21T16:21:42.219" v="262"/>
          <ac:spMkLst>
            <pc:docMk/>
            <pc:sldMk cId="0" sldId="333"/>
            <ac:spMk id="12" creationId="{00000000-0000-0000-0000-000000000000}"/>
          </ac:spMkLst>
        </pc:spChg>
      </pc:sldChg>
      <pc:sldChg chg="delSp mod">
        <pc:chgData name="Si yuan Su" userId="2cfcdc676e2aca6c" providerId="LiveId" clId="{C1ACD4DA-A12D-42BE-A820-2B460457B918}" dt="2026-10-21T15:59:54.769" v="242" actId="21"/>
        <pc:sldMkLst>
          <pc:docMk/>
          <pc:sldMk cId="0" sldId="334"/>
        </pc:sldMkLst>
        <pc:picChg chg="del">
          <ac:chgData name="Si yuan Su" userId="2cfcdc676e2aca6c" providerId="LiveId" clId="{C1ACD4DA-A12D-42BE-A820-2B460457B918}" dt="2026-10-21T15:59:54.769" v="242" actId="21"/>
          <ac:picMkLst>
            <pc:docMk/>
            <pc:sldMk cId="0" sldId="334"/>
            <ac:picMk id="4" creationId="{00000000-0000-0000-0000-000000000000}"/>
          </ac:picMkLst>
        </pc:picChg>
      </pc:sldChg>
      <pc:sldChg chg="del">
        <pc:chgData name="Si yuan Su" userId="2cfcdc676e2aca6c" providerId="LiveId" clId="{C1ACD4DA-A12D-42BE-A820-2B460457B918}" dt="2026-10-21T15:59:45.296" v="239" actId="47"/>
        <pc:sldMkLst>
          <pc:docMk/>
          <pc:sldMk cId="0" sldId="338"/>
        </pc:sldMkLst>
      </pc:sldChg>
      <pc:sldChg chg="modSp">
        <pc:chgData name="Si yuan Su" userId="2cfcdc676e2aca6c" providerId="LiveId" clId="{C1ACD4DA-A12D-42BE-A820-2B460457B918}" dt="2026-10-21T14:57:35.948" v="61"/>
        <pc:sldMkLst>
          <pc:docMk/>
          <pc:sldMk cId="0" sldId="340"/>
        </pc:sldMkLst>
        <pc:spChg chg="mod">
          <ac:chgData name="Si yuan Su" userId="2cfcdc676e2aca6c" providerId="LiveId" clId="{C1ACD4DA-A12D-42BE-A820-2B460457B918}" dt="2026-10-21T14:57:35.948" v="61"/>
          <ac:spMkLst>
            <pc:docMk/>
            <pc:sldMk cId="0" sldId="340"/>
            <ac:spMk id="6" creationId="{00000000-0000-0000-0000-000000000000}"/>
          </ac:spMkLst>
        </pc:spChg>
        <pc:spChg chg="mod">
          <ac:chgData name="Si yuan Su" userId="2cfcdc676e2aca6c" providerId="LiveId" clId="{C1ACD4DA-A12D-42BE-A820-2B460457B918}" dt="2026-10-21T14:51:40.705" v="36" actId="1076"/>
          <ac:spMkLst>
            <pc:docMk/>
            <pc:sldMk cId="0" sldId="340"/>
            <ac:spMk id="16" creationId="{00000000-0000-0000-0000-000000000000}"/>
          </ac:spMkLst>
        </pc:spChg>
        <pc:spChg chg="mod">
          <ac:chgData name="Si yuan Su" userId="2cfcdc676e2aca6c" providerId="LiveId" clId="{C1ACD4DA-A12D-42BE-A820-2B460457B918}" dt="2026-10-21T14:51:40.705" v="36" actId="1076"/>
          <ac:spMkLst>
            <pc:docMk/>
            <pc:sldMk cId="0" sldId="340"/>
            <ac:spMk id="17" creationId="{00000000-0000-0000-0000-000000000000}"/>
          </ac:spMkLst>
        </pc:spChg>
        <pc:spChg chg="mod">
          <ac:chgData name="Si yuan Su" userId="2cfcdc676e2aca6c" providerId="LiveId" clId="{C1ACD4DA-A12D-42BE-A820-2B460457B918}" dt="2026-10-21T14:55:51.854" v="59"/>
          <ac:spMkLst>
            <pc:docMk/>
            <pc:sldMk cId="0" sldId="340"/>
            <ac:spMk id="26" creationId="{00000000-0000-0000-0000-000000000000}"/>
          </ac:spMkLst>
        </pc:spChg>
        <pc:spChg chg="mod">
          <ac:chgData name="Si yuan Su" userId="2cfcdc676e2aca6c" providerId="LiveId" clId="{C1ACD4DA-A12D-42BE-A820-2B460457B918}" dt="2026-10-21T14:56:06.828" v="60"/>
          <ac:spMkLst>
            <pc:docMk/>
            <pc:sldMk cId="0" sldId="340"/>
            <ac:spMk id="27" creationId="{00000000-0000-0000-0000-000000000000}"/>
          </ac:spMkLst>
        </pc:spChg>
        <pc:grpChg chg="mod">
          <ac:chgData name="Si yuan Su" userId="2cfcdc676e2aca6c" providerId="LiveId" clId="{C1ACD4DA-A12D-42BE-A820-2B460457B918}" dt="2026-10-21T14:51:40.705" v="36" actId="1076"/>
          <ac:grpSpMkLst>
            <pc:docMk/>
            <pc:sldMk cId="0" sldId="340"/>
            <ac:grpSpMk id="15" creationId="{00000000-0000-0000-0000-000000000000}"/>
          </ac:grpSpMkLst>
        </pc:grpChg>
      </pc:sldChg>
      <pc:sldChg chg="del">
        <pc:chgData name="Si yuan Su" userId="2cfcdc676e2aca6c" providerId="LiveId" clId="{C1ACD4DA-A12D-42BE-A820-2B460457B918}" dt="2026-10-21T15:59:10.657" v="233" actId="47"/>
        <pc:sldMkLst>
          <pc:docMk/>
          <pc:sldMk cId="0" sldId="344"/>
        </pc:sldMkLst>
      </pc:sldChg>
      <pc:sldChg chg="del">
        <pc:chgData name="Si yuan Su" userId="2cfcdc676e2aca6c" providerId="LiveId" clId="{C1ACD4DA-A12D-42BE-A820-2B460457B918}" dt="2026-10-21T15:59:42.704" v="237" actId="47"/>
        <pc:sldMkLst>
          <pc:docMk/>
          <pc:sldMk cId="0" sldId="345"/>
        </pc:sldMkLst>
      </pc:sldChg>
      <pc:sldChg chg="del">
        <pc:chgData name="Si yuan Su" userId="2cfcdc676e2aca6c" providerId="LiveId" clId="{C1ACD4DA-A12D-42BE-A820-2B460457B918}" dt="2026-10-21T14:47:06.634" v="34" actId="47"/>
        <pc:sldMkLst>
          <pc:docMk/>
          <pc:sldMk cId="0" sldId="349"/>
        </pc:sldMkLst>
      </pc:sldChg>
      <pc:sldChg chg="del">
        <pc:chgData name="Si yuan Su" userId="2cfcdc676e2aca6c" providerId="LiveId" clId="{C1ACD4DA-A12D-42BE-A820-2B460457B918}" dt="2026-10-21T15:59:47.061" v="241" actId="47"/>
        <pc:sldMkLst>
          <pc:docMk/>
          <pc:sldMk cId="0" sldId="353"/>
        </pc:sldMkLst>
      </pc:sldChg>
      <pc:sldChg chg="del">
        <pc:chgData name="Si yuan Su" userId="2cfcdc676e2aca6c" providerId="LiveId" clId="{C1ACD4DA-A12D-42BE-A820-2B460457B918}" dt="2026-10-21T15:59:46.307" v="240" actId="47"/>
        <pc:sldMkLst>
          <pc:docMk/>
          <pc:sldMk cId="0" sldId="35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B43BEE-9186-43F1-96D7-CB31801FCE04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206906-1390-4F73-A6EE-D2653A7D174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206906-1390-4F73-A6EE-D2653A7D174E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4E73E-5D56-4103-8E9C-0D699937BBEF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4EDBA9-A886-40BD-B9CC-8CAAC49E4B0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5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4.jpe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3.png"/><Relationship Id="rId5" Type="http://schemas.openxmlformats.org/officeDocument/2006/relationships/tags" Target="../tags/tag5.xml"/><Relationship Id="rId15" Type="http://schemas.openxmlformats.org/officeDocument/2006/relationships/image" Target="../media/image7.png"/><Relationship Id="rId10" Type="http://schemas.openxmlformats.org/officeDocument/2006/relationships/notesSlide" Target="../notesSlides/notesSlide2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tags" Target="../tags/tag21.xml"/><Relationship Id="rId18" Type="http://schemas.openxmlformats.org/officeDocument/2006/relationships/slideLayout" Target="../slideLayouts/slideLayout13.xml"/><Relationship Id="rId3" Type="http://schemas.openxmlformats.org/officeDocument/2006/relationships/tags" Target="../tags/tag11.xml"/><Relationship Id="rId21" Type="http://schemas.microsoft.com/office/2007/relationships/hdphoto" Target="../media/hdphoto1.wdp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17" Type="http://schemas.openxmlformats.org/officeDocument/2006/relationships/tags" Target="../tags/tag25.xml"/><Relationship Id="rId2" Type="http://schemas.openxmlformats.org/officeDocument/2006/relationships/tags" Target="../tags/tag10.xml"/><Relationship Id="rId16" Type="http://schemas.openxmlformats.org/officeDocument/2006/relationships/tags" Target="../tags/tag24.xml"/><Relationship Id="rId20" Type="http://schemas.openxmlformats.org/officeDocument/2006/relationships/image" Target="../media/image8.png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24" Type="http://schemas.openxmlformats.org/officeDocument/2006/relationships/image" Target="../media/image9.png"/><Relationship Id="rId5" Type="http://schemas.openxmlformats.org/officeDocument/2006/relationships/tags" Target="../tags/tag13.xml"/><Relationship Id="rId15" Type="http://schemas.openxmlformats.org/officeDocument/2006/relationships/tags" Target="../tags/tag23.xml"/><Relationship Id="rId23" Type="http://schemas.openxmlformats.org/officeDocument/2006/relationships/image" Target="../media/image7.png"/><Relationship Id="rId10" Type="http://schemas.openxmlformats.org/officeDocument/2006/relationships/tags" Target="../tags/tag18.xml"/><Relationship Id="rId19" Type="http://schemas.openxmlformats.org/officeDocument/2006/relationships/notesSlide" Target="../notesSlides/notesSlide4.xml"/><Relationship Id="rId4" Type="http://schemas.openxmlformats.org/officeDocument/2006/relationships/tags" Target="../tags/tag12.xml"/><Relationship Id="rId9" Type="http://schemas.openxmlformats.org/officeDocument/2006/relationships/tags" Target="../tags/tag17.xml"/><Relationship Id="rId14" Type="http://schemas.openxmlformats.org/officeDocument/2006/relationships/tags" Target="../tags/tag22.xml"/><Relationship Id="rId2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33.xml"/><Relationship Id="rId13" Type="http://schemas.openxmlformats.org/officeDocument/2006/relationships/tags" Target="../tags/tag38.xml"/><Relationship Id="rId18" Type="http://schemas.openxmlformats.org/officeDocument/2006/relationships/image" Target="../media/image8.png"/><Relationship Id="rId3" Type="http://schemas.openxmlformats.org/officeDocument/2006/relationships/tags" Target="../tags/tag28.xml"/><Relationship Id="rId21" Type="http://schemas.openxmlformats.org/officeDocument/2006/relationships/image" Target="../media/image7.png"/><Relationship Id="rId7" Type="http://schemas.openxmlformats.org/officeDocument/2006/relationships/tags" Target="../tags/tag32.xml"/><Relationship Id="rId12" Type="http://schemas.openxmlformats.org/officeDocument/2006/relationships/tags" Target="../tags/tag37.xml"/><Relationship Id="rId17" Type="http://schemas.openxmlformats.org/officeDocument/2006/relationships/notesSlide" Target="../notesSlides/notesSlide6.xml"/><Relationship Id="rId2" Type="http://schemas.openxmlformats.org/officeDocument/2006/relationships/tags" Target="../tags/tag27.xml"/><Relationship Id="rId16" Type="http://schemas.openxmlformats.org/officeDocument/2006/relationships/slideLayout" Target="../slideLayouts/slideLayout2.xml"/><Relationship Id="rId20" Type="http://schemas.openxmlformats.org/officeDocument/2006/relationships/image" Target="../media/image6.png"/><Relationship Id="rId1" Type="http://schemas.openxmlformats.org/officeDocument/2006/relationships/tags" Target="../tags/tag26.xml"/><Relationship Id="rId6" Type="http://schemas.openxmlformats.org/officeDocument/2006/relationships/tags" Target="../tags/tag31.xml"/><Relationship Id="rId11" Type="http://schemas.openxmlformats.org/officeDocument/2006/relationships/tags" Target="../tags/tag36.xml"/><Relationship Id="rId5" Type="http://schemas.openxmlformats.org/officeDocument/2006/relationships/tags" Target="../tags/tag30.xml"/><Relationship Id="rId15" Type="http://schemas.openxmlformats.org/officeDocument/2006/relationships/tags" Target="../tags/tag40.xml"/><Relationship Id="rId10" Type="http://schemas.openxmlformats.org/officeDocument/2006/relationships/tags" Target="../tags/tag35.xml"/><Relationship Id="rId19" Type="http://schemas.microsoft.com/office/2007/relationships/hdphoto" Target="../media/hdphoto1.wdp"/><Relationship Id="rId4" Type="http://schemas.openxmlformats.org/officeDocument/2006/relationships/tags" Target="../tags/tag29.xml"/><Relationship Id="rId9" Type="http://schemas.openxmlformats.org/officeDocument/2006/relationships/tags" Target="../tags/tag34.xml"/><Relationship Id="rId14" Type="http://schemas.openxmlformats.org/officeDocument/2006/relationships/tags" Target="../tags/tag39.xml"/><Relationship Id="rId22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517063" y="387646"/>
            <a:ext cx="1528074" cy="1528074"/>
          </a:xfrm>
          <a:prstGeom prst="ellipse">
            <a:avLst/>
          </a:prstGeom>
        </p:spPr>
      </p:pic>
      <p:cxnSp>
        <p:nvCxnSpPr>
          <p:cNvPr id="5" name="直接连接符 4"/>
          <p:cNvCxnSpPr/>
          <p:nvPr/>
        </p:nvCxnSpPr>
        <p:spPr>
          <a:xfrm>
            <a:off x="4040965" y="4691281"/>
            <a:ext cx="4683398" cy="0"/>
          </a:xfrm>
          <a:prstGeom prst="line">
            <a:avLst/>
          </a:prstGeom>
          <a:noFill/>
          <a:ln w="12700" cap="flat" cmpd="sng" algn="ctr">
            <a:gradFill flip="none" rotWithShape="1">
              <a:gsLst>
                <a:gs pos="0">
                  <a:srgbClr val="961318"/>
                </a:gs>
                <a:gs pos="60000">
                  <a:srgbClr val="961318">
                    <a:alpha val="40000"/>
                  </a:srgbClr>
                </a:gs>
                <a:gs pos="92000">
                  <a:srgbClr val="961318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</p:cxnSp>
      <p:grpSp>
        <p:nvGrpSpPr>
          <p:cNvPr id="6" name="组合 5"/>
          <p:cNvGrpSpPr/>
          <p:nvPr/>
        </p:nvGrpSpPr>
        <p:grpSpPr>
          <a:xfrm>
            <a:off x="1821815" y="5859780"/>
            <a:ext cx="2508250" cy="625475"/>
            <a:chOff x="1767755" y="5835880"/>
            <a:chExt cx="2273210" cy="463012"/>
          </a:xfrm>
        </p:grpSpPr>
        <p:sp>
          <p:nvSpPr>
            <p:cNvPr id="7" name="矩形: 圆角 6"/>
            <p:cNvSpPr/>
            <p:nvPr/>
          </p:nvSpPr>
          <p:spPr>
            <a:xfrm>
              <a:off x="1767755" y="5835880"/>
              <a:ext cx="2273210" cy="463012"/>
            </a:xfrm>
            <a:prstGeom prst="roundRect">
              <a:avLst>
                <a:gd name="adj" fmla="val 22153"/>
              </a:avLst>
            </a:prstGeom>
            <a:solidFill>
              <a:srgbClr val="96131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cs typeface="+mn-cs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824140" y="5931068"/>
              <a:ext cx="2160442" cy="2726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宋体" pitchFamily="2" charset="-122"/>
                  <a:ea typeface="宋体" pitchFamily="2" charset="-122"/>
                </a:rPr>
                <a:t>汇报人：</a:t>
              </a:r>
              <a:r>
                <a:rPr lang="zh-CN" altLang="en-US" kern="0" dirty="0">
                  <a:solidFill>
                    <a:prstClr val="white"/>
                  </a:solidFill>
                  <a:latin typeface="宋体" pitchFamily="2" charset="-122"/>
                  <a:ea typeface="宋体" pitchFamily="2" charset="-122"/>
                </a:rPr>
                <a:t>苏思源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itchFamily="2" charset="-122"/>
                <a:ea typeface="宋体" pitchFamily="2" charset="-122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4761865" y="5859780"/>
            <a:ext cx="2815590" cy="625475"/>
            <a:chOff x="4873792" y="5835880"/>
            <a:chExt cx="2053147" cy="463012"/>
          </a:xfrm>
        </p:grpSpPr>
        <p:sp>
          <p:nvSpPr>
            <p:cNvPr id="10" name="矩形: 圆角 9"/>
            <p:cNvSpPr/>
            <p:nvPr/>
          </p:nvSpPr>
          <p:spPr>
            <a:xfrm>
              <a:off x="4985965" y="5835880"/>
              <a:ext cx="1828800" cy="463012"/>
            </a:xfrm>
            <a:prstGeom prst="roundRect">
              <a:avLst>
                <a:gd name="adj" fmla="val 22153"/>
              </a:avLst>
            </a:prstGeom>
            <a:solidFill>
              <a:srgbClr val="96131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cs typeface="+mn-cs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4873792" y="5931068"/>
              <a:ext cx="2053147" cy="2726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zh-CN"/>
              </a:defPPr>
              <a:lvl1pPr algn="ctr">
                <a:defRPr>
                  <a:solidFill>
                    <a:schemeClr val="bg1"/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宋体" pitchFamily="2" charset="-122"/>
                  <a:ea typeface="宋体" pitchFamily="2" charset="-122"/>
                </a:rPr>
                <a:t>指导教师：</a:t>
              </a:r>
              <a:r>
                <a:rPr lang="zh-CN" altLang="en-US" kern="0" dirty="0">
                  <a:solidFill>
                    <a:prstClr val="white"/>
                  </a:solidFill>
                  <a:latin typeface="宋体" pitchFamily="2" charset="-122"/>
                  <a:ea typeface="宋体" pitchFamily="2" charset="-122"/>
                </a:rPr>
                <a:t>周扬帆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itchFamily="2" charset="-122"/>
                <a:ea typeface="宋体" pitchFamily="2" charset="-122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8034020" y="5859780"/>
            <a:ext cx="2815590" cy="625475"/>
            <a:chOff x="8333639" y="5835880"/>
            <a:chExt cx="2552076" cy="463012"/>
          </a:xfrm>
        </p:grpSpPr>
        <p:sp>
          <p:nvSpPr>
            <p:cNvPr id="14" name="矩形: 圆角 13"/>
            <p:cNvSpPr/>
            <p:nvPr/>
          </p:nvSpPr>
          <p:spPr>
            <a:xfrm>
              <a:off x="8473071" y="5835880"/>
              <a:ext cx="2273210" cy="463012"/>
            </a:xfrm>
            <a:prstGeom prst="roundRect">
              <a:avLst>
                <a:gd name="adj" fmla="val 22153"/>
              </a:avLst>
            </a:prstGeom>
            <a:solidFill>
              <a:srgbClr val="96131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cs typeface="+mn-cs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33639" y="5931068"/>
              <a:ext cx="2552076" cy="2726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zh-CN"/>
              </a:defPPr>
              <a:lvl1pPr algn="ctr">
                <a:defRPr>
                  <a:solidFill>
                    <a:schemeClr val="bg1"/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宋体" pitchFamily="2" charset="-122"/>
                  <a:ea typeface="宋体" pitchFamily="2" charset="-122"/>
                </a:rPr>
                <a:t>日期：</a:t>
              </a:r>
              <a:r>
                <a:rPr kumimoji="0" lang="en-US" altLang="zh-CN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 Regular" panose="02020503050405090304" charset="0"/>
                  <a:cs typeface="Times New Roman Regular" panose="02020503050405090304" charset="0"/>
                </a:rPr>
                <a:t>2026-11-03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639445" y="2283460"/>
            <a:ext cx="11059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ctr" fontAlgn="auto">
              <a:lnSpc>
                <a:spcPct val="150000"/>
              </a:lnSpc>
              <a:defRPr/>
            </a:pPr>
            <a:r>
              <a:rPr lang="zh-CN" altLang="en-US" sz="4000" b="1" dirty="0">
                <a:solidFill>
                  <a:srgbClr val="961318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面向移动</a:t>
            </a:r>
            <a:r>
              <a:rPr lang="en-US" altLang="zh-CN" sz="4000" b="1" dirty="0">
                <a:solidFill>
                  <a:srgbClr val="961318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GUI</a:t>
            </a:r>
            <a:r>
              <a:rPr lang="zh-CN" altLang="en-US" sz="4000" b="1" dirty="0">
                <a:solidFill>
                  <a:srgbClr val="961318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智能体评测的</a:t>
            </a:r>
            <a:endParaRPr lang="zh-CN" altLang="en-US" sz="4000" b="1" dirty="0">
              <a:solidFill>
                <a:srgbClr val="961318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algn="ctr"/>
            <a:r>
              <a:rPr lang="zh-CN" altLang="en-US" sz="4000" b="1" dirty="0">
                <a:solidFill>
                  <a:srgbClr val="961318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应用状态污染检测和恢复方法研究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doors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5395079" cy="6879957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0" y="0"/>
            <a:ext cx="5395079" cy="6879957"/>
          </a:xfrm>
          <a:prstGeom prst="rect">
            <a:avLst/>
          </a:prstGeom>
          <a:gradFill flip="none" rotWithShape="1">
            <a:gsLst>
              <a:gs pos="0">
                <a:srgbClr val="961318">
                  <a:alpha val="70000"/>
                </a:srgbClr>
              </a:gs>
              <a:gs pos="100000">
                <a:srgbClr val="961318">
                  <a:alpha val="90000"/>
                </a:srgbClr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prstClr val="white"/>
              </a:solidFill>
              <a:latin typeface="Arial" panose="020B0604020202090204"/>
              <a:ea typeface="宋体" pitchFamily="2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447797" y="2197100"/>
            <a:ext cx="2603500" cy="1790700"/>
            <a:chOff x="1778000" y="2197100"/>
            <a:chExt cx="2603500" cy="1790700"/>
          </a:xfrm>
        </p:grpSpPr>
        <p:sp>
          <p:nvSpPr>
            <p:cNvPr id="5" name="文本框 4"/>
            <p:cNvSpPr txBox="1"/>
            <p:nvPr/>
          </p:nvSpPr>
          <p:spPr>
            <a:xfrm>
              <a:off x="2090118" y="2413337"/>
              <a:ext cx="198720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dist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6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思源宋体 Heavy" panose="02020900000000000000" pitchFamily="18" charset="-122"/>
                  <a:ea typeface="思源宋体 Heavy" panose="02020900000000000000" pitchFamily="18" charset="-122"/>
                </a:rPr>
                <a:t>目录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2147888" y="3429000"/>
              <a:ext cx="187166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dist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 Light" panose="020F0302020204030204" pitchFamily="34" charset="0"/>
                </a:rPr>
                <a:t>CONTENTS</a:t>
              </a:r>
              <a:endParaRPr kumimoji="0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1778000" y="2197100"/>
              <a:ext cx="2603500" cy="1790700"/>
            </a:xfrm>
            <a:prstGeom prst="rect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endParaRPr>
            </a:p>
          </p:txBody>
        </p:sp>
      </p:grpSp>
      <p:sp>
        <p:nvSpPr>
          <p:cNvPr id="8" name="椭圆 7"/>
          <p:cNvSpPr/>
          <p:nvPr>
            <p:custDataLst>
              <p:tags r:id="rId1"/>
            </p:custDataLst>
          </p:nvPr>
        </p:nvSpPr>
        <p:spPr>
          <a:xfrm>
            <a:off x="6544305" y="1678194"/>
            <a:ext cx="648000" cy="646331"/>
          </a:xfrm>
          <a:prstGeom prst="ellipse">
            <a:avLst/>
          </a:prstGeom>
          <a:solidFill>
            <a:srgbClr val="96131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altLang="zh-CN" b="1" kern="0" dirty="0">
                <a:solidFill>
                  <a:prstClr val="white"/>
                </a:solidFill>
                <a:latin typeface="Arial" panose="020B0604020202090204" pitchFamily="34" charset="0"/>
                <a:ea typeface="宋体" pitchFamily="2" charset="-122"/>
                <a:cs typeface="Arial" panose="020B0604020202090204" pitchFamily="34" charset="0"/>
              </a:rPr>
              <a:t>01</a:t>
            </a:r>
            <a:endParaRPr lang="zh-CN" altLang="en-US" b="1" kern="0" dirty="0">
              <a:solidFill>
                <a:prstClr val="white"/>
              </a:solidFill>
              <a:latin typeface="Arial" panose="020B0604020202090204" pitchFamily="3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0" name="椭圆 9"/>
          <p:cNvSpPr/>
          <p:nvPr>
            <p:custDataLst>
              <p:tags r:id="rId2"/>
            </p:custDataLst>
          </p:nvPr>
        </p:nvSpPr>
        <p:spPr>
          <a:xfrm>
            <a:off x="6544306" y="2638048"/>
            <a:ext cx="648000" cy="646331"/>
          </a:xfrm>
          <a:prstGeom prst="ellipse">
            <a:avLst/>
          </a:prstGeom>
          <a:solidFill>
            <a:srgbClr val="96131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altLang="zh-CN" b="1" kern="0" dirty="0">
                <a:solidFill>
                  <a:prstClr val="white"/>
                </a:solidFill>
                <a:latin typeface="Arial" panose="020B0604020202090204" pitchFamily="34" charset="0"/>
                <a:ea typeface="宋体" pitchFamily="2" charset="-122"/>
                <a:cs typeface="Arial" panose="020B0604020202090204" pitchFamily="34" charset="0"/>
              </a:rPr>
              <a:t>02</a:t>
            </a:r>
            <a:endParaRPr lang="zh-CN" altLang="en-US" b="1" kern="0" dirty="0">
              <a:solidFill>
                <a:prstClr val="white"/>
              </a:solidFill>
              <a:latin typeface="Arial" panose="020B0604020202090204" pitchFamily="3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7502159" y="1771273"/>
            <a:ext cx="3418377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 altLang="en-US" sz="3200" spc="400" dirty="0">
                <a:solidFill>
                  <a:srgbClr val="961318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研究背景</a:t>
            </a:r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6544306" y="3597902"/>
            <a:ext cx="648000" cy="646331"/>
          </a:xfrm>
          <a:prstGeom prst="ellipse">
            <a:avLst/>
          </a:prstGeom>
          <a:solidFill>
            <a:srgbClr val="96131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altLang="zh-CN" b="1" kern="0" dirty="0">
                <a:solidFill>
                  <a:prstClr val="white"/>
                </a:solidFill>
                <a:latin typeface="Arial" panose="020B0604020202090204" pitchFamily="34" charset="0"/>
                <a:ea typeface="宋体" pitchFamily="2" charset="-122"/>
                <a:cs typeface="Arial" panose="020B0604020202090204" pitchFamily="34" charset="0"/>
              </a:rPr>
              <a:t>03</a:t>
            </a:r>
            <a:endParaRPr lang="zh-CN" altLang="en-US" b="1" kern="0" dirty="0">
              <a:solidFill>
                <a:prstClr val="white"/>
              </a:solidFill>
              <a:latin typeface="Arial" panose="020B0604020202090204" pitchFamily="3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7502159" y="2731127"/>
            <a:ext cx="3673842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 altLang="en-US" sz="3200" spc="400" dirty="0">
                <a:solidFill>
                  <a:srgbClr val="961318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研究思路</a:t>
            </a:r>
          </a:p>
        </p:txBody>
      </p:sp>
      <p:sp>
        <p:nvSpPr>
          <p:cNvPr id="14" name="椭圆 13"/>
          <p:cNvSpPr/>
          <p:nvPr>
            <p:custDataLst>
              <p:tags r:id="rId6"/>
            </p:custDataLst>
          </p:nvPr>
        </p:nvSpPr>
        <p:spPr>
          <a:xfrm>
            <a:off x="6544306" y="4557756"/>
            <a:ext cx="648000" cy="646331"/>
          </a:xfrm>
          <a:prstGeom prst="ellipse">
            <a:avLst/>
          </a:prstGeom>
          <a:solidFill>
            <a:srgbClr val="96131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altLang="zh-CN" b="1" kern="0" dirty="0">
                <a:solidFill>
                  <a:prstClr val="white"/>
                </a:solidFill>
                <a:latin typeface="Arial" panose="020B0604020202090204" pitchFamily="34" charset="0"/>
                <a:ea typeface="宋体" pitchFamily="2" charset="-122"/>
                <a:cs typeface="Arial" panose="020B0604020202090204" pitchFamily="34" charset="0"/>
              </a:rPr>
              <a:t>04</a:t>
            </a:r>
            <a:endParaRPr lang="zh-CN" altLang="en-US" b="1" kern="0" dirty="0">
              <a:solidFill>
                <a:prstClr val="white"/>
              </a:solidFill>
              <a:latin typeface="Arial" panose="020B0604020202090204" pitchFamily="3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7"/>
            </p:custDataLst>
          </p:nvPr>
        </p:nvSpPr>
        <p:spPr>
          <a:xfrm>
            <a:off x="7502159" y="3690981"/>
            <a:ext cx="3673842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 altLang="en-US" sz="3200" spc="400" dirty="0">
                <a:solidFill>
                  <a:srgbClr val="961318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关键成果</a:t>
            </a: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7502159" y="4650835"/>
            <a:ext cx="3673842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 altLang="en-US" sz="3200" spc="400" dirty="0">
                <a:solidFill>
                  <a:srgbClr val="961318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总结与展望</a:t>
            </a: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07649" y="6429241"/>
            <a:ext cx="2690620" cy="358344"/>
          </a:xfrm>
          <a:prstGeom prst="rect">
            <a:avLst/>
          </a:prstGeom>
        </p:spPr>
      </p:pic>
      <p:grpSp>
        <p:nvGrpSpPr>
          <p:cNvPr id="26" name="组合 25"/>
          <p:cNvGrpSpPr/>
          <p:nvPr/>
        </p:nvGrpSpPr>
        <p:grpSpPr>
          <a:xfrm>
            <a:off x="9938289" y="115465"/>
            <a:ext cx="1964493" cy="708062"/>
            <a:chOff x="4246274" y="-10895"/>
            <a:chExt cx="3940182" cy="1420161"/>
          </a:xfrm>
        </p:grpSpPr>
        <p:grpSp>
          <p:nvGrpSpPr>
            <p:cNvPr id="27" name="组合 26"/>
            <p:cNvGrpSpPr/>
            <p:nvPr/>
          </p:nvGrpSpPr>
          <p:grpSpPr>
            <a:xfrm>
              <a:off x="4246274" y="-10895"/>
              <a:ext cx="3940181" cy="1400681"/>
              <a:chOff x="6547903" y="954561"/>
              <a:chExt cx="5069293" cy="1802069"/>
            </a:xfrm>
          </p:grpSpPr>
          <p:pic>
            <p:nvPicPr>
              <p:cNvPr id="29" name="图片 28"/>
              <p:cNvPicPr>
                <a:picLocks noChangeAspect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47903" y="985519"/>
                <a:ext cx="1771106" cy="1771111"/>
              </a:xfrm>
              <a:prstGeom prst="rect">
                <a:avLst/>
              </a:prstGeom>
            </p:spPr>
          </p:pic>
          <p:pic>
            <p:nvPicPr>
              <p:cNvPr id="30" name="图片 29"/>
              <p:cNvPicPr>
                <a:picLocks noChangeAspect="1"/>
              </p:cNvPicPr>
              <p:nvPr/>
            </p:nvPicPr>
            <p:blipFill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8270228" y="954561"/>
                <a:ext cx="3346968" cy="1271930"/>
              </a:xfrm>
              <a:prstGeom prst="rect">
                <a:avLst/>
              </a:prstGeom>
            </p:spPr>
          </p:pic>
        </p:grpSp>
        <p:sp>
          <p:nvSpPr>
            <p:cNvPr id="28" name="矩形 27"/>
            <p:cNvSpPr/>
            <p:nvPr/>
          </p:nvSpPr>
          <p:spPr>
            <a:xfrm>
              <a:off x="5622894" y="915420"/>
              <a:ext cx="2563562" cy="4938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>
                <a:defRPr/>
              </a:pPr>
              <a:r>
                <a:rPr lang="en-US" altLang="zh-CN" sz="1000" b="1" dirty="0">
                  <a:solidFill>
                    <a:prstClr val="black"/>
                  </a:solidFill>
                  <a:latin typeface="Calibri" panose="020F0502020204030204"/>
                  <a:ea typeface="宋体" pitchFamily="2" charset="-122"/>
                </a:rPr>
                <a:t>FUDAN UNIVERSITY</a:t>
              </a:r>
            </a:p>
          </p:txBody>
        </p:sp>
      </p:grp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5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388" y="6420418"/>
            <a:ext cx="2752321" cy="366562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10001119" y="183711"/>
            <a:ext cx="1964493" cy="708062"/>
            <a:chOff x="4246274" y="-10895"/>
            <a:chExt cx="3940182" cy="1420161"/>
          </a:xfrm>
        </p:grpSpPr>
        <p:grpSp>
          <p:nvGrpSpPr>
            <p:cNvPr id="29" name="组合 28"/>
            <p:cNvGrpSpPr/>
            <p:nvPr/>
          </p:nvGrpSpPr>
          <p:grpSpPr>
            <a:xfrm>
              <a:off x="4246274" y="-10895"/>
              <a:ext cx="3940181" cy="1400681"/>
              <a:chOff x="6547903" y="954561"/>
              <a:chExt cx="5069293" cy="1802069"/>
            </a:xfrm>
          </p:grpSpPr>
          <p:pic>
            <p:nvPicPr>
              <p:cNvPr id="31" name="图片 30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47903" y="985519"/>
                <a:ext cx="1771106" cy="1771111"/>
              </a:xfrm>
              <a:prstGeom prst="rect">
                <a:avLst/>
              </a:prstGeom>
            </p:spPr>
          </p:pic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8270228" y="954561"/>
                <a:ext cx="3346968" cy="1271930"/>
              </a:xfrm>
              <a:prstGeom prst="rect">
                <a:avLst/>
              </a:prstGeom>
            </p:spPr>
          </p:pic>
        </p:grpSp>
        <p:sp>
          <p:nvSpPr>
            <p:cNvPr id="30" name="矩形 29"/>
            <p:cNvSpPr/>
            <p:nvPr/>
          </p:nvSpPr>
          <p:spPr>
            <a:xfrm>
              <a:off x="5622894" y="915420"/>
              <a:ext cx="2563562" cy="4938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宋体" pitchFamily="2" charset="-122"/>
                  <a:cs typeface="+mn-cs"/>
                </a:rPr>
                <a:t>FUDAN UNIVERSITY</a:t>
              </a:r>
            </a:p>
          </p:txBody>
        </p:sp>
      </p:grpSp>
      <p:sp>
        <p:nvSpPr>
          <p:cNvPr id="12" name="文本框 11"/>
          <p:cNvSpPr txBox="1"/>
          <p:nvPr/>
        </p:nvSpPr>
        <p:spPr>
          <a:xfrm>
            <a:off x="695400" y="1328420"/>
            <a:ext cx="3985260" cy="231180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l"/>
            </a:pP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285750" indent="-285750">
              <a:buFont typeface="Wingdings" panose="05000000000000000000" charset="0"/>
              <a:buChar char=""/>
            </a:pP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能看懂手机屏幕、自动操作 </a:t>
            </a:r>
            <a:r>
              <a:rPr lang="en-US" altLang="zh-CN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App 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完成任务的智能体，是当前多模态大模型落地的重要方向，也是智能体能力评测的核心对象。</a:t>
            </a:r>
          </a:p>
          <a:p>
            <a:endParaRPr lang="zh-CN" altLang="en-US" sz="2000" dirty="0">
              <a:latin typeface="宋体" pitchFamily="2" charset="-122"/>
              <a:ea typeface="宋体" pitchFamily="2" charset="-122"/>
              <a:cs typeface="宋体" pitchFamily="2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0" y="140728"/>
            <a:ext cx="3575720" cy="838986"/>
            <a:chOff x="0" y="260648"/>
            <a:chExt cx="3575720" cy="838986"/>
          </a:xfrm>
        </p:grpSpPr>
        <p:sp>
          <p:nvSpPr>
            <p:cNvPr id="11" name="矩形 10"/>
            <p:cNvSpPr/>
            <p:nvPr/>
          </p:nvSpPr>
          <p:spPr>
            <a:xfrm>
              <a:off x="0" y="307546"/>
              <a:ext cx="551384" cy="792088"/>
            </a:xfrm>
            <a:prstGeom prst="rect">
              <a:avLst/>
            </a:prstGeom>
            <a:solidFill>
              <a:srgbClr val="961318"/>
            </a:solidFill>
            <a:ln w="25400" cap="flat" cmpd="sng" algn="ctr">
              <a:solidFill>
                <a:srgbClr val="961318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695400" y="260648"/>
              <a:ext cx="2880320" cy="574366"/>
              <a:chOff x="623392" y="310880"/>
              <a:chExt cx="2880320" cy="574366"/>
            </a:xfrm>
          </p:grpSpPr>
          <p:sp>
            <p:nvSpPr>
              <p:cNvPr id="15" name="文本框 14"/>
              <p:cNvSpPr txBox="1"/>
              <p:nvPr/>
            </p:nvSpPr>
            <p:spPr>
              <a:xfrm>
                <a:off x="623392" y="310880"/>
                <a:ext cx="1612900" cy="521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503050405090304" charset="0"/>
                    <a:ea typeface="宋体" pitchFamily="2" charset="-122"/>
                    <a:cs typeface="Times New Roman" panose="02020503050405090304" charset="0"/>
                  </a:rPr>
                  <a:t>研究背景</a:t>
                </a:r>
              </a:p>
            </p:txBody>
          </p:sp>
          <p:cxnSp>
            <p:nvCxnSpPr>
              <p:cNvPr id="16" name="直接连接符 15"/>
              <p:cNvCxnSpPr/>
              <p:nvPr/>
            </p:nvCxnSpPr>
            <p:spPr>
              <a:xfrm>
                <a:off x="623392" y="885246"/>
                <a:ext cx="2880320" cy="0"/>
              </a:xfrm>
              <a:prstGeom prst="line">
                <a:avLst/>
              </a:prstGeom>
              <a:noFill/>
              <a:ln w="28575" cap="flat" cmpd="sng" algn="ctr">
                <a:gradFill flip="none" rotWithShape="1">
                  <a:gsLst>
                    <a:gs pos="0">
                      <a:srgbClr val="961318"/>
                    </a:gs>
                    <a:gs pos="81000">
                      <a:srgbClr val="961318">
                        <a:alpha val="20000"/>
                      </a:srgbClr>
                    </a:gs>
                    <a:gs pos="100000">
                      <a:srgbClr val="961318">
                        <a:alpha val="0"/>
                      </a:srgbClr>
                    </a:gs>
                  </a:gsLst>
                  <a:lin ang="0" scaled="1"/>
                  <a:tileRect/>
                </a:gradFill>
                <a:prstDash val="solid"/>
              </a:ln>
              <a:effectLst/>
            </p:spPr>
          </p:cxnSp>
        </p:grpSp>
      </p:grpSp>
      <p:sp>
        <p:nvSpPr>
          <p:cNvPr id="5" name="矩形 4"/>
          <p:cNvSpPr/>
          <p:nvPr/>
        </p:nvSpPr>
        <p:spPr>
          <a:xfrm>
            <a:off x="824229" y="1165225"/>
            <a:ext cx="3784877" cy="3987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zh-CN" sz="2000" b="1" kern="0" dirty="0">
                <a:solidFill>
                  <a:schemeClr val="bg1"/>
                </a:solidFill>
                <a:latin typeface="Times New Roman Bold" panose="02020503050405090304" charset="0"/>
                <a:ea typeface="宋体" charset="0"/>
                <a:cs typeface="Times New Roman Bold" panose="02020503050405090304" charset="0"/>
              </a:rPr>
              <a:t>01 </a:t>
            </a:r>
            <a:r>
              <a:rPr lang="en-US" altLang="zh-CN" sz="2000" b="1" kern="0" dirty="0">
                <a:solidFill>
                  <a:schemeClr val="bg1"/>
                </a:solidFill>
                <a:latin typeface="宋体" charset="0"/>
                <a:ea typeface="宋体" charset="0"/>
                <a:cs typeface="Times New Roman Bold" panose="02020503050405090304" charset="0"/>
              </a:rPr>
              <a:t>GUI </a:t>
            </a:r>
            <a:r>
              <a:rPr lang="en-US" altLang="zh-CN" sz="2000" b="1" kern="0" dirty="0">
                <a:solidFill>
                  <a:schemeClr val="bg1"/>
                </a:solidFill>
                <a:latin typeface="Times New Roman" panose="02020603050405020304" pitchFamily="18" charset="0"/>
                <a:ea typeface="宋体" charset="0"/>
                <a:cs typeface="Times New Roman" panose="02020603050405020304" pitchFamily="18" charset="0"/>
              </a:rPr>
              <a:t>Agent</a:t>
            </a:r>
            <a:endParaRPr lang="zh-CN" altLang="en-US" sz="2000" b="1" kern="0" dirty="0">
              <a:solidFill>
                <a:schemeClr val="bg1"/>
              </a:solidFill>
              <a:latin typeface="Times New Roman" panose="02020603050405020304" pitchFamily="18" charset="0"/>
              <a:ea typeface="宋体" charset="0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902594" y="1113790"/>
            <a:ext cx="3784877" cy="42926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noAutofit/>
          </a:bodyPr>
          <a:lstStyle/>
          <a:p>
            <a:pPr lvl="0" algn="ctr">
              <a:defRPr/>
            </a:pPr>
            <a:r>
              <a:rPr lang="en-US" altLang="zh-CN" sz="2000" b="1" kern="0" dirty="0">
                <a:solidFill>
                  <a:schemeClr val="bg1"/>
                </a:solidFill>
                <a:latin typeface="Times New Roman" panose="02020603050405020304" pitchFamily="18" charset="0"/>
                <a:ea typeface="宋体" charset="0"/>
                <a:cs typeface="Times New Roman" panose="02020603050405020304" pitchFamily="18" charset="0"/>
              </a:rPr>
              <a:t>02 Benchmark</a:t>
            </a:r>
            <a:endParaRPr lang="zh-CN" altLang="en-US" sz="2000" b="1" kern="0" dirty="0">
              <a:solidFill>
                <a:schemeClr val="bg1"/>
              </a:solidFill>
              <a:latin typeface="Times New Roman" panose="02020603050405020304" pitchFamily="18" charset="0"/>
              <a:ea typeface="宋体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B1AF800-B4ED-AE8E-1617-E82A6C629D21}"/>
              </a:ext>
            </a:extLst>
          </p:cNvPr>
          <p:cNvSpPr txBox="1"/>
          <p:nvPr/>
        </p:nvSpPr>
        <p:spPr>
          <a:xfrm>
            <a:off x="6907346" y="1331825"/>
            <a:ext cx="3985260" cy="231180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l"/>
            </a:pP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285750" indent="-285750">
              <a:buFont typeface="Wingdings" panose="05000000000000000000" charset="0"/>
              <a:buChar char=""/>
            </a:pP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一个 </a:t>
            </a:r>
            <a:r>
              <a:rPr lang="en-US" altLang="zh-CN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benchmark 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包含上百个任务，按顺序交给 </a:t>
            </a:r>
            <a:r>
              <a:rPr lang="en-US" altLang="zh-CN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Agent 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执行，每个任务独立打分（成功或失败），最终统计平均成功率来衡量 </a:t>
            </a:r>
            <a:r>
              <a:rPr lang="en-US" altLang="zh-CN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Agent 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的能力。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0A9A1E1-0B16-6064-3C8C-98040C89276E}"/>
              </a:ext>
            </a:extLst>
          </p:cNvPr>
          <p:cNvSpPr/>
          <p:nvPr/>
        </p:nvSpPr>
        <p:spPr>
          <a:xfrm>
            <a:off x="824230" y="3640223"/>
            <a:ext cx="3784877" cy="42926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noAutofit/>
          </a:bodyPr>
          <a:lstStyle/>
          <a:p>
            <a:pPr lvl="0" algn="ctr">
              <a:defRPr/>
            </a:pPr>
            <a:r>
              <a:rPr lang="en-US" altLang="zh-CN" sz="2000" b="1" kern="0" dirty="0">
                <a:solidFill>
                  <a:schemeClr val="bg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03 </a:t>
            </a:r>
            <a:r>
              <a:rPr lang="zh-CN" altLang="en-US" sz="2000" b="1" kern="0" dirty="0">
                <a:solidFill>
                  <a:schemeClr val="bg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困境：状态污染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A2C126C-3274-33DD-B74B-3B565C68FC6B}"/>
              </a:ext>
            </a:extLst>
          </p:cNvPr>
          <p:cNvSpPr/>
          <p:nvPr/>
        </p:nvSpPr>
        <p:spPr>
          <a:xfrm>
            <a:off x="6902594" y="3636470"/>
            <a:ext cx="3784877" cy="42926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noAutofit/>
          </a:bodyPr>
          <a:lstStyle/>
          <a:p>
            <a:pPr lvl="0" algn="ctr">
              <a:defRPr/>
            </a:pPr>
            <a:r>
              <a:rPr lang="en-US" altLang="zh-CN" sz="2000" b="1" kern="0" dirty="0">
                <a:solidFill>
                  <a:schemeClr val="bg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04 </a:t>
            </a:r>
            <a:r>
              <a:rPr lang="zh-CN" altLang="en-US" sz="2000" b="1" kern="0" dirty="0">
                <a:solidFill>
                  <a:schemeClr val="bg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影响：评测失真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F19C1DD-9ED9-1110-D50C-0C591E53A567}"/>
              </a:ext>
            </a:extLst>
          </p:cNvPr>
          <p:cNvSpPr txBox="1"/>
          <p:nvPr/>
        </p:nvSpPr>
        <p:spPr>
          <a:xfrm>
            <a:off x="6907346" y="3900645"/>
            <a:ext cx="3985260" cy="231180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l"/>
            </a:pP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285750" indent="-285750">
              <a:buFont typeface="Wingdings" panose="05000000000000000000" charset="0"/>
              <a:buChar char=""/>
            </a:pP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污染不报错、不崩溃，但会悄悄拉低成功率。</a:t>
            </a:r>
            <a:endParaRPr lang="en-US" altLang="zh-CN" sz="2000" dirty="0">
              <a:latin typeface="宋体" pitchFamily="2" charset="-122"/>
              <a:ea typeface="宋体" pitchFamily="2" charset="-122"/>
              <a:cs typeface="宋体" pitchFamily="2" charset="-122"/>
            </a:endParaRPr>
          </a:p>
          <a:p>
            <a:pPr marL="285750" indent="-285750">
              <a:buFont typeface="Wingdings" panose="05000000000000000000" charset="0"/>
              <a:buChar char=""/>
            </a:pP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我们在 </a:t>
            </a:r>
            <a:r>
              <a:rPr lang="en-US" altLang="zh-CN" sz="2000" dirty="0" err="1">
                <a:latin typeface="宋体" pitchFamily="2" charset="-122"/>
                <a:ea typeface="宋体" pitchFamily="2" charset="-122"/>
                <a:cs typeface="宋体" pitchFamily="2" charset="-122"/>
              </a:rPr>
              <a:t>MobileBench</a:t>
            </a:r>
            <a:r>
              <a:rPr lang="en-US" altLang="zh-CN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-OL </a:t>
            </a:r>
            <a:r>
              <a:rPr lang="zh-CN" altLang="en-US" sz="2000">
                <a:latin typeface="宋体" pitchFamily="2" charset="-122"/>
                <a:ea typeface="宋体" pitchFamily="2" charset="-122"/>
                <a:cs typeface="宋体" pitchFamily="2" charset="-122"/>
              </a:rPr>
              <a:t>上的实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验显示：不做清理时，任务成功率下降</a:t>
            </a:r>
            <a:r>
              <a:rPr lang="en-US" altLang="zh-CN" sz="2800" dirty="0">
                <a:solidFill>
                  <a:srgbClr val="FF0000"/>
                </a:solidFill>
                <a:latin typeface="宋体" pitchFamily="2" charset="-122"/>
                <a:ea typeface="宋体" pitchFamily="2" charset="-122"/>
                <a:cs typeface="宋体" pitchFamily="2" charset="-122"/>
              </a:rPr>
              <a:t>12%–15%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。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F11CA8A-2468-A4A1-4205-7F9855C62EC7}"/>
              </a:ext>
            </a:extLst>
          </p:cNvPr>
          <p:cNvSpPr txBox="1"/>
          <p:nvPr/>
        </p:nvSpPr>
        <p:spPr>
          <a:xfrm>
            <a:off x="695400" y="3831103"/>
            <a:ext cx="3985260" cy="231180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l"/>
            </a:pP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285750" indent="-285750">
              <a:buFont typeface="Wingdings" panose="05000000000000000000" charset="0"/>
              <a:buChar char=""/>
            </a:pP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前一个任务的执行会改变 </a:t>
            </a:r>
            <a:r>
              <a:rPr lang="en-US" altLang="zh-CN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App </a:t>
            </a:r>
            <a:r>
              <a:rPr lang="zh-CN" altLang="en-US" sz="2000" dirty="0">
                <a:latin typeface="宋体" pitchFamily="2" charset="-122"/>
                <a:ea typeface="宋体" pitchFamily="2" charset="-122"/>
                <a:cs typeface="宋体" pitchFamily="2" charset="-122"/>
              </a:rPr>
              <a:t>的持久化状态（设置、好友关系、搜索历史、消息记录等），导致后一个任务的起始条件与设计预期不符。</a:t>
            </a:r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5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0" cstate="print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388" y="6420418"/>
            <a:ext cx="2752321" cy="366562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10001119" y="183711"/>
            <a:ext cx="1964493" cy="708062"/>
            <a:chOff x="4246274" y="-10895"/>
            <a:chExt cx="3940182" cy="1420161"/>
          </a:xfrm>
        </p:grpSpPr>
        <p:grpSp>
          <p:nvGrpSpPr>
            <p:cNvPr id="29" name="组合 28"/>
            <p:cNvGrpSpPr/>
            <p:nvPr/>
          </p:nvGrpSpPr>
          <p:grpSpPr>
            <a:xfrm>
              <a:off x="4246274" y="-10895"/>
              <a:ext cx="3940181" cy="1400681"/>
              <a:chOff x="6547903" y="954561"/>
              <a:chExt cx="5069293" cy="1802069"/>
            </a:xfrm>
          </p:grpSpPr>
          <p:pic>
            <p:nvPicPr>
              <p:cNvPr id="31" name="图片 30"/>
              <p:cNvPicPr>
                <a:picLocks noChangeAspect="1"/>
              </p:cNvPicPr>
              <p:nvPr/>
            </p:nvPicPr>
            <p:blipFill>
              <a:blip r:embed="rId2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47903" y="985519"/>
                <a:ext cx="1771106" cy="1771111"/>
              </a:xfrm>
              <a:prstGeom prst="rect">
                <a:avLst/>
              </a:prstGeom>
            </p:spPr>
          </p:pic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2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8270228" y="954561"/>
                <a:ext cx="3346968" cy="1271930"/>
              </a:xfrm>
              <a:prstGeom prst="rect">
                <a:avLst/>
              </a:prstGeom>
            </p:spPr>
          </p:pic>
        </p:grpSp>
        <p:sp>
          <p:nvSpPr>
            <p:cNvPr id="30" name="矩形 29"/>
            <p:cNvSpPr/>
            <p:nvPr/>
          </p:nvSpPr>
          <p:spPr>
            <a:xfrm>
              <a:off x="5622894" y="915420"/>
              <a:ext cx="2563562" cy="4938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宋体" pitchFamily="2" charset="-122"/>
                  <a:cs typeface="+mn-cs"/>
                </a:rPr>
                <a:t>FUDAN UNIVERSITY</a:t>
              </a:r>
            </a:p>
          </p:txBody>
        </p:sp>
      </p:grpSp>
      <p:pic>
        <p:nvPicPr>
          <p:cNvPr id="13" name="图片 12"/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1596" y="676618"/>
            <a:ext cx="6541996" cy="6541996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2777490" y="1046480"/>
            <a:ext cx="6264275" cy="965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sz="4400" b="1" dirty="0">
                <a:solidFill>
                  <a:srgbClr val="C00000"/>
                </a:solidFill>
                <a:latin typeface="宋体" pitchFamily="2" charset="-122"/>
                <a:ea typeface="宋体" pitchFamily="2" charset="-122"/>
                <a:sym typeface="+mn-ea"/>
              </a:rPr>
              <a:t>拟解决的科学问题</a:t>
            </a:r>
          </a:p>
        </p:txBody>
      </p:sp>
      <p:sp>
        <p:nvSpPr>
          <p:cNvPr id="10" name="圆角矩形 9"/>
          <p:cNvSpPr/>
          <p:nvPr/>
        </p:nvSpPr>
        <p:spPr>
          <a:xfrm>
            <a:off x="908408" y="1951373"/>
            <a:ext cx="10375184" cy="3860147"/>
          </a:xfrm>
          <a:prstGeom prst="roundRect">
            <a:avLst>
              <a:gd name="adj" fmla="val 6791"/>
            </a:avLst>
          </a:prstGeom>
          <a:noFill/>
          <a:ln>
            <a:solidFill>
              <a:srgbClr val="C0000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>
            <p:custDataLst>
              <p:tags r:id="rId1"/>
            </p:custDataLst>
          </p:nvPr>
        </p:nvSpPr>
        <p:spPr>
          <a:xfrm>
            <a:off x="1496695" y="2522855"/>
            <a:ext cx="1247140" cy="539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01</a:t>
            </a:r>
          </a:p>
        </p:txBody>
      </p:sp>
      <p:sp>
        <p:nvSpPr>
          <p:cNvPr id="12" name="矩形 11"/>
          <p:cNvSpPr/>
          <p:nvPr>
            <p:custDataLst>
              <p:tags r:id="rId2"/>
            </p:custDataLst>
          </p:nvPr>
        </p:nvSpPr>
        <p:spPr>
          <a:xfrm>
            <a:off x="1933575" y="4194810"/>
            <a:ext cx="765175" cy="539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01</a:t>
            </a:r>
          </a:p>
        </p:txBody>
      </p:sp>
      <p:grpSp>
        <p:nvGrpSpPr>
          <p:cNvPr id="43" name="组合 42"/>
          <p:cNvGrpSpPr/>
          <p:nvPr/>
        </p:nvGrpSpPr>
        <p:grpSpPr>
          <a:xfrm>
            <a:off x="0" y="140728"/>
            <a:ext cx="3575720" cy="838986"/>
            <a:chOff x="0" y="260648"/>
            <a:chExt cx="3575720" cy="838986"/>
          </a:xfrm>
        </p:grpSpPr>
        <p:sp>
          <p:nvSpPr>
            <p:cNvPr id="44" name="矩形 43"/>
            <p:cNvSpPr/>
            <p:nvPr/>
          </p:nvSpPr>
          <p:spPr>
            <a:xfrm>
              <a:off x="0" y="307546"/>
              <a:ext cx="551384" cy="792088"/>
            </a:xfrm>
            <a:prstGeom prst="rect">
              <a:avLst/>
            </a:prstGeom>
            <a:solidFill>
              <a:srgbClr val="961318"/>
            </a:solidFill>
            <a:ln w="25400" cap="flat" cmpd="sng" algn="ctr">
              <a:solidFill>
                <a:srgbClr val="961318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endParaRPr>
            </a:p>
          </p:txBody>
        </p:sp>
        <p:grpSp>
          <p:nvGrpSpPr>
            <p:cNvPr id="45" name="组合 44"/>
            <p:cNvGrpSpPr/>
            <p:nvPr/>
          </p:nvGrpSpPr>
          <p:grpSpPr>
            <a:xfrm>
              <a:off x="695400" y="260648"/>
              <a:ext cx="2880320" cy="574366"/>
              <a:chOff x="623392" y="310880"/>
              <a:chExt cx="2880320" cy="574366"/>
            </a:xfrm>
          </p:grpSpPr>
          <p:sp>
            <p:nvSpPr>
              <p:cNvPr id="46" name="文本框 45"/>
              <p:cNvSpPr txBox="1"/>
              <p:nvPr/>
            </p:nvSpPr>
            <p:spPr>
              <a:xfrm>
                <a:off x="623392" y="310880"/>
                <a:ext cx="1612900" cy="521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itchFamily="2" charset="-122"/>
                    <a:ea typeface="宋体" pitchFamily="2" charset="-122"/>
                    <a:cs typeface="Times New Roman" panose="02020503050405090304" charset="0"/>
                  </a:rPr>
                  <a:t>研究目的</a:t>
                </a:r>
              </a:p>
            </p:txBody>
          </p:sp>
          <p:cxnSp>
            <p:nvCxnSpPr>
              <p:cNvPr id="47" name="直接连接符 46"/>
              <p:cNvCxnSpPr/>
              <p:nvPr/>
            </p:nvCxnSpPr>
            <p:spPr>
              <a:xfrm>
                <a:off x="623392" y="885246"/>
                <a:ext cx="2880320" cy="0"/>
              </a:xfrm>
              <a:prstGeom prst="line">
                <a:avLst/>
              </a:prstGeom>
              <a:noFill/>
              <a:ln w="28575" cap="flat" cmpd="sng" algn="ctr">
                <a:gradFill flip="none" rotWithShape="1">
                  <a:gsLst>
                    <a:gs pos="0">
                      <a:srgbClr val="961318"/>
                    </a:gs>
                    <a:gs pos="81000">
                      <a:srgbClr val="961318">
                        <a:alpha val="20000"/>
                      </a:srgbClr>
                    </a:gs>
                    <a:gs pos="100000">
                      <a:srgbClr val="961318">
                        <a:alpha val="0"/>
                      </a:srgbClr>
                    </a:gs>
                  </a:gsLst>
                  <a:lin ang="0" scaled="1"/>
                  <a:tileRect/>
                </a:gradFill>
                <a:prstDash val="solid"/>
              </a:ln>
              <a:effectLst/>
            </p:spPr>
          </p:cxnSp>
        </p:grp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6BE19DDC-EA1F-5113-352E-8BE033F54FB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496695" y="2522855"/>
            <a:ext cx="1247140" cy="539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01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0C31FE25-21DC-A532-AE3E-A5C8E3BCE19B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1137285" y="2067560"/>
            <a:ext cx="728980" cy="727710"/>
            <a:chOff x="-1090613" y="612775"/>
            <a:chExt cx="5661244" cy="5268912"/>
          </a:xfrm>
          <a:solidFill>
            <a:srgbClr val="C00000"/>
          </a:solidFill>
        </p:grpSpPr>
        <p:sp>
          <p:nvSpPr>
            <p:cNvPr id="4" name="Freeform 1241">
              <a:extLst>
                <a:ext uri="{FF2B5EF4-FFF2-40B4-BE49-F238E27FC236}">
                  <a16:creationId xmlns:a16="http://schemas.microsoft.com/office/drawing/2014/main" id="{0BA57017-5434-9CA0-98DC-C300558DD544}"/>
                </a:ext>
              </a:extLst>
            </p:cNvPr>
            <p:cNvSpPr>
              <a:spLocks noEditPoints="1"/>
            </p:cNvSpPr>
            <p:nvPr>
              <p:custDataLst>
                <p:tags r:id="rId16"/>
              </p:custDataLst>
            </p:nvPr>
          </p:nvSpPr>
          <p:spPr bwMode="auto">
            <a:xfrm>
              <a:off x="-1090613" y="612775"/>
              <a:ext cx="5359400" cy="5268912"/>
            </a:xfrm>
            <a:custGeom>
              <a:avLst/>
              <a:gdLst>
                <a:gd name="T0" fmla="*/ 296 w 592"/>
                <a:gd name="T1" fmla="*/ 582 h 582"/>
                <a:gd name="T2" fmla="*/ 258 w 592"/>
                <a:gd name="T3" fmla="*/ 566 h 582"/>
                <a:gd name="T4" fmla="*/ 21 w 592"/>
                <a:gd name="T5" fmla="*/ 329 h 582"/>
                <a:gd name="T6" fmla="*/ 21 w 592"/>
                <a:gd name="T7" fmla="*/ 252 h 582"/>
                <a:gd name="T8" fmla="*/ 258 w 592"/>
                <a:gd name="T9" fmla="*/ 16 h 582"/>
                <a:gd name="T10" fmla="*/ 296 w 592"/>
                <a:gd name="T11" fmla="*/ 0 h 582"/>
                <a:gd name="T12" fmla="*/ 334 w 592"/>
                <a:gd name="T13" fmla="*/ 16 h 582"/>
                <a:gd name="T14" fmla="*/ 571 w 592"/>
                <a:gd name="T15" fmla="*/ 252 h 582"/>
                <a:gd name="T16" fmla="*/ 571 w 592"/>
                <a:gd name="T17" fmla="*/ 329 h 582"/>
                <a:gd name="T18" fmla="*/ 334 w 592"/>
                <a:gd name="T19" fmla="*/ 566 h 582"/>
                <a:gd name="T20" fmla="*/ 296 w 592"/>
                <a:gd name="T21" fmla="*/ 582 h 582"/>
                <a:gd name="T22" fmla="*/ 296 w 592"/>
                <a:gd name="T23" fmla="*/ 10 h 582"/>
                <a:gd name="T24" fmla="*/ 265 w 592"/>
                <a:gd name="T25" fmla="*/ 23 h 582"/>
                <a:gd name="T26" fmla="*/ 28 w 592"/>
                <a:gd name="T27" fmla="*/ 259 h 582"/>
                <a:gd name="T28" fmla="*/ 28 w 592"/>
                <a:gd name="T29" fmla="*/ 322 h 582"/>
                <a:gd name="T30" fmla="*/ 265 w 592"/>
                <a:gd name="T31" fmla="*/ 559 h 582"/>
                <a:gd name="T32" fmla="*/ 296 w 592"/>
                <a:gd name="T33" fmla="*/ 572 h 582"/>
                <a:gd name="T34" fmla="*/ 327 w 592"/>
                <a:gd name="T35" fmla="*/ 559 h 582"/>
                <a:gd name="T36" fmla="*/ 564 w 592"/>
                <a:gd name="T37" fmla="*/ 322 h 582"/>
                <a:gd name="T38" fmla="*/ 564 w 592"/>
                <a:gd name="T39" fmla="*/ 259 h 582"/>
                <a:gd name="T40" fmla="*/ 327 w 592"/>
                <a:gd name="T41" fmla="*/ 23 h 582"/>
                <a:gd name="T42" fmla="*/ 296 w 592"/>
                <a:gd name="T43" fmla="*/ 1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2" h="582">
                  <a:moveTo>
                    <a:pt x="296" y="582"/>
                  </a:moveTo>
                  <a:cubicBezTo>
                    <a:pt x="282" y="582"/>
                    <a:pt x="268" y="576"/>
                    <a:pt x="258" y="566"/>
                  </a:cubicBezTo>
                  <a:cubicBezTo>
                    <a:pt x="21" y="329"/>
                    <a:pt x="21" y="329"/>
                    <a:pt x="21" y="329"/>
                  </a:cubicBezTo>
                  <a:cubicBezTo>
                    <a:pt x="0" y="308"/>
                    <a:pt x="0" y="274"/>
                    <a:pt x="21" y="252"/>
                  </a:cubicBezTo>
                  <a:cubicBezTo>
                    <a:pt x="258" y="16"/>
                    <a:pt x="258" y="16"/>
                    <a:pt x="258" y="16"/>
                  </a:cubicBezTo>
                  <a:cubicBezTo>
                    <a:pt x="268" y="5"/>
                    <a:pt x="282" y="0"/>
                    <a:pt x="296" y="0"/>
                  </a:cubicBezTo>
                  <a:cubicBezTo>
                    <a:pt x="311" y="0"/>
                    <a:pt x="324" y="5"/>
                    <a:pt x="334" y="16"/>
                  </a:cubicBezTo>
                  <a:cubicBezTo>
                    <a:pt x="571" y="252"/>
                    <a:pt x="571" y="252"/>
                    <a:pt x="571" y="252"/>
                  </a:cubicBezTo>
                  <a:cubicBezTo>
                    <a:pt x="592" y="274"/>
                    <a:pt x="592" y="308"/>
                    <a:pt x="571" y="329"/>
                  </a:cubicBezTo>
                  <a:cubicBezTo>
                    <a:pt x="334" y="566"/>
                    <a:pt x="334" y="566"/>
                    <a:pt x="334" y="566"/>
                  </a:cubicBezTo>
                  <a:cubicBezTo>
                    <a:pt x="324" y="576"/>
                    <a:pt x="311" y="582"/>
                    <a:pt x="296" y="582"/>
                  </a:cubicBezTo>
                  <a:close/>
                  <a:moveTo>
                    <a:pt x="296" y="10"/>
                  </a:moveTo>
                  <a:cubicBezTo>
                    <a:pt x="284" y="10"/>
                    <a:pt x="273" y="14"/>
                    <a:pt x="265" y="23"/>
                  </a:cubicBezTo>
                  <a:cubicBezTo>
                    <a:pt x="28" y="259"/>
                    <a:pt x="28" y="259"/>
                    <a:pt x="28" y="259"/>
                  </a:cubicBezTo>
                  <a:cubicBezTo>
                    <a:pt x="11" y="277"/>
                    <a:pt x="11" y="305"/>
                    <a:pt x="28" y="322"/>
                  </a:cubicBezTo>
                  <a:cubicBezTo>
                    <a:pt x="265" y="559"/>
                    <a:pt x="265" y="559"/>
                    <a:pt x="265" y="559"/>
                  </a:cubicBezTo>
                  <a:cubicBezTo>
                    <a:pt x="273" y="567"/>
                    <a:pt x="284" y="572"/>
                    <a:pt x="296" y="572"/>
                  </a:cubicBezTo>
                  <a:cubicBezTo>
                    <a:pt x="308" y="572"/>
                    <a:pt x="319" y="567"/>
                    <a:pt x="327" y="559"/>
                  </a:cubicBezTo>
                  <a:cubicBezTo>
                    <a:pt x="564" y="322"/>
                    <a:pt x="564" y="322"/>
                    <a:pt x="564" y="322"/>
                  </a:cubicBezTo>
                  <a:cubicBezTo>
                    <a:pt x="581" y="305"/>
                    <a:pt x="581" y="277"/>
                    <a:pt x="564" y="259"/>
                  </a:cubicBezTo>
                  <a:cubicBezTo>
                    <a:pt x="327" y="23"/>
                    <a:pt x="327" y="23"/>
                    <a:pt x="327" y="23"/>
                  </a:cubicBezTo>
                  <a:cubicBezTo>
                    <a:pt x="319" y="14"/>
                    <a:pt x="308" y="10"/>
                    <a:pt x="296" y="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  <p:sp>
          <p:nvSpPr>
            <p:cNvPr id="5" name="Freeform 1234">
              <a:extLst>
                <a:ext uri="{FF2B5EF4-FFF2-40B4-BE49-F238E27FC236}">
                  <a16:creationId xmlns:a16="http://schemas.microsoft.com/office/drawing/2014/main" id="{DCEB1B13-E8BC-F26D-18F1-328DE17E274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 bwMode="auto">
            <a:xfrm>
              <a:off x="-439065" y="612775"/>
              <a:ext cx="5009696" cy="5017704"/>
            </a:xfrm>
            <a:custGeom>
              <a:avLst/>
              <a:gdLst>
                <a:gd name="T0" fmla="*/ 634 w 1132"/>
                <a:gd name="T1" fmla="*/ 1095 h 1133"/>
                <a:gd name="T2" fmla="*/ 498 w 1132"/>
                <a:gd name="T3" fmla="*/ 1095 h 1133"/>
                <a:gd name="T4" fmla="*/ 37 w 1132"/>
                <a:gd name="T5" fmla="*/ 634 h 1133"/>
                <a:gd name="T6" fmla="*/ 37 w 1132"/>
                <a:gd name="T7" fmla="*/ 499 h 1133"/>
                <a:gd name="T8" fmla="*/ 498 w 1132"/>
                <a:gd name="T9" fmla="*/ 38 h 1133"/>
                <a:gd name="T10" fmla="*/ 634 w 1132"/>
                <a:gd name="T11" fmla="*/ 38 h 1133"/>
                <a:gd name="T12" fmla="*/ 1095 w 1132"/>
                <a:gd name="T13" fmla="*/ 499 h 1133"/>
                <a:gd name="T14" fmla="*/ 1095 w 1132"/>
                <a:gd name="T15" fmla="*/ 634 h 1133"/>
                <a:gd name="T16" fmla="*/ 634 w 1132"/>
                <a:gd name="T17" fmla="*/ 1095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2" h="1133">
                  <a:moveTo>
                    <a:pt x="634" y="1095"/>
                  </a:moveTo>
                  <a:cubicBezTo>
                    <a:pt x="596" y="1133"/>
                    <a:pt x="536" y="1133"/>
                    <a:pt x="498" y="1095"/>
                  </a:cubicBezTo>
                  <a:cubicBezTo>
                    <a:pt x="37" y="634"/>
                    <a:pt x="37" y="634"/>
                    <a:pt x="37" y="634"/>
                  </a:cubicBezTo>
                  <a:cubicBezTo>
                    <a:pt x="0" y="597"/>
                    <a:pt x="0" y="536"/>
                    <a:pt x="37" y="499"/>
                  </a:cubicBezTo>
                  <a:cubicBezTo>
                    <a:pt x="498" y="38"/>
                    <a:pt x="498" y="38"/>
                    <a:pt x="498" y="38"/>
                  </a:cubicBezTo>
                  <a:cubicBezTo>
                    <a:pt x="536" y="0"/>
                    <a:pt x="596" y="0"/>
                    <a:pt x="634" y="38"/>
                  </a:cubicBezTo>
                  <a:cubicBezTo>
                    <a:pt x="1095" y="499"/>
                    <a:pt x="1095" y="499"/>
                    <a:pt x="1095" y="499"/>
                  </a:cubicBezTo>
                  <a:cubicBezTo>
                    <a:pt x="1132" y="536"/>
                    <a:pt x="1132" y="597"/>
                    <a:pt x="1095" y="634"/>
                  </a:cubicBezTo>
                  <a:lnTo>
                    <a:pt x="634" y="10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4A9E8CF7-518A-DED6-DF2A-C45E5CBC496E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2262505" y="4138295"/>
            <a:ext cx="741045" cy="4686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1784DA3-A506-B43D-D7CB-B0D32E98F55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1933575" y="4194810"/>
            <a:ext cx="765175" cy="539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01</a:t>
            </a: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9DD92424-F24B-CE5C-D27F-EF054D6CA178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1089660" y="3283585"/>
            <a:ext cx="728980" cy="727710"/>
            <a:chOff x="-1090613" y="612775"/>
            <a:chExt cx="5661244" cy="5268912"/>
          </a:xfrm>
          <a:solidFill>
            <a:srgbClr val="C00000"/>
          </a:solidFill>
        </p:grpSpPr>
        <p:sp>
          <p:nvSpPr>
            <p:cNvPr id="21" name="Freeform 1241">
              <a:extLst>
                <a:ext uri="{FF2B5EF4-FFF2-40B4-BE49-F238E27FC236}">
                  <a16:creationId xmlns:a16="http://schemas.microsoft.com/office/drawing/2014/main" id="{BC60D1B2-5E93-53F7-E3EF-1B5565089D64}"/>
                </a:ext>
              </a:extLst>
            </p:cNvPr>
            <p:cNvSpPr>
              <a:spLocks noEditPoints="1"/>
            </p:cNvSpPr>
            <p:nvPr>
              <p:custDataLst>
                <p:tags r:id="rId14"/>
              </p:custDataLst>
            </p:nvPr>
          </p:nvSpPr>
          <p:spPr bwMode="auto">
            <a:xfrm>
              <a:off x="-1090613" y="612775"/>
              <a:ext cx="5359400" cy="5268912"/>
            </a:xfrm>
            <a:custGeom>
              <a:avLst/>
              <a:gdLst>
                <a:gd name="T0" fmla="*/ 296 w 592"/>
                <a:gd name="T1" fmla="*/ 582 h 582"/>
                <a:gd name="T2" fmla="*/ 258 w 592"/>
                <a:gd name="T3" fmla="*/ 566 h 582"/>
                <a:gd name="T4" fmla="*/ 21 w 592"/>
                <a:gd name="T5" fmla="*/ 329 h 582"/>
                <a:gd name="T6" fmla="*/ 21 w 592"/>
                <a:gd name="T7" fmla="*/ 252 h 582"/>
                <a:gd name="T8" fmla="*/ 258 w 592"/>
                <a:gd name="T9" fmla="*/ 16 h 582"/>
                <a:gd name="T10" fmla="*/ 296 w 592"/>
                <a:gd name="T11" fmla="*/ 0 h 582"/>
                <a:gd name="T12" fmla="*/ 334 w 592"/>
                <a:gd name="T13" fmla="*/ 16 h 582"/>
                <a:gd name="T14" fmla="*/ 571 w 592"/>
                <a:gd name="T15" fmla="*/ 252 h 582"/>
                <a:gd name="T16" fmla="*/ 571 w 592"/>
                <a:gd name="T17" fmla="*/ 329 h 582"/>
                <a:gd name="T18" fmla="*/ 334 w 592"/>
                <a:gd name="T19" fmla="*/ 566 h 582"/>
                <a:gd name="T20" fmla="*/ 296 w 592"/>
                <a:gd name="T21" fmla="*/ 582 h 582"/>
                <a:gd name="T22" fmla="*/ 296 w 592"/>
                <a:gd name="T23" fmla="*/ 10 h 582"/>
                <a:gd name="T24" fmla="*/ 265 w 592"/>
                <a:gd name="T25" fmla="*/ 23 h 582"/>
                <a:gd name="T26" fmla="*/ 28 w 592"/>
                <a:gd name="T27" fmla="*/ 259 h 582"/>
                <a:gd name="T28" fmla="*/ 28 w 592"/>
                <a:gd name="T29" fmla="*/ 322 h 582"/>
                <a:gd name="T30" fmla="*/ 265 w 592"/>
                <a:gd name="T31" fmla="*/ 559 h 582"/>
                <a:gd name="T32" fmla="*/ 296 w 592"/>
                <a:gd name="T33" fmla="*/ 572 h 582"/>
                <a:gd name="T34" fmla="*/ 327 w 592"/>
                <a:gd name="T35" fmla="*/ 559 h 582"/>
                <a:gd name="T36" fmla="*/ 564 w 592"/>
                <a:gd name="T37" fmla="*/ 322 h 582"/>
                <a:gd name="T38" fmla="*/ 564 w 592"/>
                <a:gd name="T39" fmla="*/ 259 h 582"/>
                <a:gd name="T40" fmla="*/ 327 w 592"/>
                <a:gd name="T41" fmla="*/ 23 h 582"/>
                <a:gd name="T42" fmla="*/ 296 w 592"/>
                <a:gd name="T43" fmla="*/ 1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2" h="582">
                  <a:moveTo>
                    <a:pt x="296" y="582"/>
                  </a:moveTo>
                  <a:cubicBezTo>
                    <a:pt x="282" y="582"/>
                    <a:pt x="268" y="576"/>
                    <a:pt x="258" y="566"/>
                  </a:cubicBezTo>
                  <a:cubicBezTo>
                    <a:pt x="21" y="329"/>
                    <a:pt x="21" y="329"/>
                    <a:pt x="21" y="329"/>
                  </a:cubicBezTo>
                  <a:cubicBezTo>
                    <a:pt x="0" y="308"/>
                    <a:pt x="0" y="274"/>
                    <a:pt x="21" y="252"/>
                  </a:cubicBezTo>
                  <a:cubicBezTo>
                    <a:pt x="258" y="16"/>
                    <a:pt x="258" y="16"/>
                    <a:pt x="258" y="16"/>
                  </a:cubicBezTo>
                  <a:cubicBezTo>
                    <a:pt x="268" y="5"/>
                    <a:pt x="282" y="0"/>
                    <a:pt x="296" y="0"/>
                  </a:cubicBezTo>
                  <a:cubicBezTo>
                    <a:pt x="311" y="0"/>
                    <a:pt x="324" y="5"/>
                    <a:pt x="334" y="16"/>
                  </a:cubicBezTo>
                  <a:cubicBezTo>
                    <a:pt x="571" y="252"/>
                    <a:pt x="571" y="252"/>
                    <a:pt x="571" y="252"/>
                  </a:cubicBezTo>
                  <a:cubicBezTo>
                    <a:pt x="592" y="274"/>
                    <a:pt x="592" y="308"/>
                    <a:pt x="571" y="329"/>
                  </a:cubicBezTo>
                  <a:cubicBezTo>
                    <a:pt x="334" y="566"/>
                    <a:pt x="334" y="566"/>
                    <a:pt x="334" y="566"/>
                  </a:cubicBezTo>
                  <a:cubicBezTo>
                    <a:pt x="324" y="576"/>
                    <a:pt x="311" y="582"/>
                    <a:pt x="296" y="582"/>
                  </a:cubicBezTo>
                  <a:close/>
                  <a:moveTo>
                    <a:pt x="296" y="10"/>
                  </a:moveTo>
                  <a:cubicBezTo>
                    <a:pt x="284" y="10"/>
                    <a:pt x="273" y="14"/>
                    <a:pt x="265" y="23"/>
                  </a:cubicBezTo>
                  <a:cubicBezTo>
                    <a:pt x="28" y="259"/>
                    <a:pt x="28" y="259"/>
                    <a:pt x="28" y="259"/>
                  </a:cubicBezTo>
                  <a:cubicBezTo>
                    <a:pt x="11" y="277"/>
                    <a:pt x="11" y="305"/>
                    <a:pt x="28" y="322"/>
                  </a:cubicBezTo>
                  <a:cubicBezTo>
                    <a:pt x="265" y="559"/>
                    <a:pt x="265" y="559"/>
                    <a:pt x="265" y="559"/>
                  </a:cubicBezTo>
                  <a:cubicBezTo>
                    <a:pt x="273" y="567"/>
                    <a:pt x="284" y="572"/>
                    <a:pt x="296" y="572"/>
                  </a:cubicBezTo>
                  <a:cubicBezTo>
                    <a:pt x="308" y="572"/>
                    <a:pt x="319" y="567"/>
                    <a:pt x="327" y="559"/>
                  </a:cubicBezTo>
                  <a:cubicBezTo>
                    <a:pt x="564" y="322"/>
                    <a:pt x="564" y="322"/>
                    <a:pt x="564" y="322"/>
                  </a:cubicBezTo>
                  <a:cubicBezTo>
                    <a:pt x="581" y="305"/>
                    <a:pt x="581" y="277"/>
                    <a:pt x="564" y="259"/>
                  </a:cubicBezTo>
                  <a:cubicBezTo>
                    <a:pt x="327" y="23"/>
                    <a:pt x="327" y="23"/>
                    <a:pt x="327" y="23"/>
                  </a:cubicBezTo>
                  <a:cubicBezTo>
                    <a:pt x="319" y="14"/>
                    <a:pt x="308" y="10"/>
                    <a:pt x="296" y="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  <p:sp>
          <p:nvSpPr>
            <p:cNvPr id="25" name="Freeform 1234">
              <a:extLst>
                <a:ext uri="{FF2B5EF4-FFF2-40B4-BE49-F238E27FC236}">
                  <a16:creationId xmlns:a16="http://schemas.microsoft.com/office/drawing/2014/main" id="{5B25A09E-EBEF-E772-2CBB-56B79706AAEA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 bwMode="auto">
            <a:xfrm>
              <a:off x="-439065" y="612775"/>
              <a:ext cx="5009696" cy="5017704"/>
            </a:xfrm>
            <a:custGeom>
              <a:avLst/>
              <a:gdLst>
                <a:gd name="T0" fmla="*/ 634 w 1132"/>
                <a:gd name="T1" fmla="*/ 1095 h 1133"/>
                <a:gd name="T2" fmla="*/ 498 w 1132"/>
                <a:gd name="T3" fmla="*/ 1095 h 1133"/>
                <a:gd name="T4" fmla="*/ 37 w 1132"/>
                <a:gd name="T5" fmla="*/ 634 h 1133"/>
                <a:gd name="T6" fmla="*/ 37 w 1132"/>
                <a:gd name="T7" fmla="*/ 499 h 1133"/>
                <a:gd name="T8" fmla="*/ 498 w 1132"/>
                <a:gd name="T9" fmla="*/ 38 h 1133"/>
                <a:gd name="T10" fmla="*/ 634 w 1132"/>
                <a:gd name="T11" fmla="*/ 38 h 1133"/>
                <a:gd name="T12" fmla="*/ 1095 w 1132"/>
                <a:gd name="T13" fmla="*/ 499 h 1133"/>
                <a:gd name="T14" fmla="*/ 1095 w 1132"/>
                <a:gd name="T15" fmla="*/ 634 h 1133"/>
                <a:gd name="T16" fmla="*/ 634 w 1132"/>
                <a:gd name="T17" fmla="*/ 1095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2" h="1133">
                  <a:moveTo>
                    <a:pt x="634" y="1095"/>
                  </a:moveTo>
                  <a:cubicBezTo>
                    <a:pt x="596" y="1133"/>
                    <a:pt x="536" y="1133"/>
                    <a:pt x="498" y="1095"/>
                  </a:cubicBezTo>
                  <a:cubicBezTo>
                    <a:pt x="37" y="634"/>
                    <a:pt x="37" y="634"/>
                    <a:pt x="37" y="634"/>
                  </a:cubicBezTo>
                  <a:cubicBezTo>
                    <a:pt x="0" y="597"/>
                    <a:pt x="0" y="536"/>
                    <a:pt x="37" y="499"/>
                  </a:cubicBezTo>
                  <a:cubicBezTo>
                    <a:pt x="498" y="38"/>
                    <a:pt x="498" y="38"/>
                    <a:pt x="498" y="38"/>
                  </a:cubicBezTo>
                  <a:cubicBezTo>
                    <a:pt x="536" y="0"/>
                    <a:pt x="596" y="0"/>
                    <a:pt x="634" y="38"/>
                  </a:cubicBezTo>
                  <a:cubicBezTo>
                    <a:pt x="1095" y="499"/>
                    <a:pt x="1095" y="499"/>
                    <a:pt x="1095" y="499"/>
                  </a:cubicBezTo>
                  <a:cubicBezTo>
                    <a:pt x="1132" y="536"/>
                    <a:pt x="1132" y="597"/>
                    <a:pt x="1095" y="634"/>
                  </a:cubicBezTo>
                  <a:lnTo>
                    <a:pt x="634" y="10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74F9F2BA-3A22-A797-B0F5-08E1CB44F5AE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1221105" y="2220595"/>
            <a:ext cx="741045" cy="4686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1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8E31613-EE9E-3100-3DB5-34AD2285C963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221105" y="3394075"/>
            <a:ext cx="741045" cy="4686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2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B5401-D7E9-7DDA-A02C-3D251CB1DA4E}"/>
              </a:ext>
            </a:extLst>
          </p:cNvPr>
          <p:cNvSpPr txBox="1"/>
          <p:nvPr/>
        </p:nvSpPr>
        <p:spPr>
          <a:xfrm>
            <a:off x="1962150" y="2120900"/>
            <a:ext cx="9116060" cy="9925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 dirty="0">
                <a:latin typeface="Times New Roman Regular" panose="02020503050405090304" charset="0"/>
                <a:ea typeface="宋体" pitchFamily="2" charset="-122"/>
                <a:cs typeface="Times New Roman Regular" panose="02020503050405090304" charset="0"/>
                <a:sym typeface="+mn-ea"/>
              </a:rPr>
              <a:t>怎么检测？ 给定一段任务执行轨迹，判断哪些持久化状态被前一个任务改变了。</a:t>
            </a:r>
            <a:endParaRPr lang="zh-CN" altLang="en-US" sz="2800" dirty="0">
              <a:latin typeface="宋体" pitchFamily="2" charset="-122"/>
              <a:ea typeface="宋体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2D9C831-3B39-E7E1-801E-8B5B82072295}"/>
              </a:ext>
            </a:extLst>
          </p:cNvPr>
          <p:cNvSpPr txBox="1"/>
          <p:nvPr/>
        </p:nvSpPr>
        <p:spPr>
          <a:xfrm>
            <a:off x="1962150" y="3230245"/>
            <a:ext cx="9116695" cy="9925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zh-CN" altLang="en-US" sz="2800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怎么恢复？ 针对检测到的污染，生成可执行的恢复步骤，且不能引入新的污染。</a:t>
            </a:r>
            <a:endParaRPr lang="en-US" altLang="zh-CN" dirty="0">
              <a:latin typeface="宋体" pitchFamily="2" charset="-122"/>
              <a:ea typeface="宋体" pitchFamily="2" charset="-122"/>
              <a:cs typeface="Times New Roman" panose="02020503050405090304" charset="0"/>
              <a:sym typeface="+mn-ea"/>
            </a:endParaRPr>
          </a:p>
          <a:p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FDD07697-F1E7-B334-BC81-138BD896324F}"/>
              </a:ext>
            </a:extLst>
          </p:cNvPr>
          <p:cNvGrpSpPr/>
          <p:nvPr>
            <p:custDataLst>
              <p:tags r:id="rId10"/>
            </p:custDataLst>
          </p:nvPr>
        </p:nvGrpSpPr>
        <p:grpSpPr>
          <a:xfrm>
            <a:off x="1137285" y="4567555"/>
            <a:ext cx="728980" cy="727710"/>
            <a:chOff x="-1090613" y="612775"/>
            <a:chExt cx="5661244" cy="5268912"/>
          </a:xfrm>
          <a:solidFill>
            <a:srgbClr val="C00000"/>
          </a:solidFill>
        </p:grpSpPr>
        <p:sp>
          <p:nvSpPr>
            <p:cNvPr id="38" name="Freeform 1241">
              <a:extLst>
                <a:ext uri="{FF2B5EF4-FFF2-40B4-BE49-F238E27FC236}">
                  <a16:creationId xmlns:a16="http://schemas.microsoft.com/office/drawing/2014/main" id="{BE814FD4-8878-F7C6-2B89-89D68AC5C024}"/>
                </a:ext>
              </a:extLst>
            </p:cNvPr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-1090613" y="612775"/>
              <a:ext cx="5359400" cy="5268912"/>
            </a:xfrm>
            <a:custGeom>
              <a:avLst/>
              <a:gdLst>
                <a:gd name="T0" fmla="*/ 296 w 592"/>
                <a:gd name="T1" fmla="*/ 582 h 582"/>
                <a:gd name="T2" fmla="*/ 258 w 592"/>
                <a:gd name="T3" fmla="*/ 566 h 582"/>
                <a:gd name="T4" fmla="*/ 21 w 592"/>
                <a:gd name="T5" fmla="*/ 329 h 582"/>
                <a:gd name="T6" fmla="*/ 21 w 592"/>
                <a:gd name="T7" fmla="*/ 252 h 582"/>
                <a:gd name="T8" fmla="*/ 258 w 592"/>
                <a:gd name="T9" fmla="*/ 16 h 582"/>
                <a:gd name="T10" fmla="*/ 296 w 592"/>
                <a:gd name="T11" fmla="*/ 0 h 582"/>
                <a:gd name="T12" fmla="*/ 334 w 592"/>
                <a:gd name="T13" fmla="*/ 16 h 582"/>
                <a:gd name="T14" fmla="*/ 571 w 592"/>
                <a:gd name="T15" fmla="*/ 252 h 582"/>
                <a:gd name="T16" fmla="*/ 571 w 592"/>
                <a:gd name="T17" fmla="*/ 329 h 582"/>
                <a:gd name="T18" fmla="*/ 334 w 592"/>
                <a:gd name="T19" fmla="*/ 566 h 582"/>
                <a:gd name="T20" fmla="*/ 296 w 592"/>
                <a:gd name="T21" fmla="*/ 582 h 582"/>
                <a:gd name="T22" fmla="*/ 296 w 592"/>
                <a:gd name="T23" fmla="*/ 10 h 582"/>
                <a:gd name="T24" fmla="*/ 265 w 592"/>
                <a:gd name="T25" fmla="*/ 23 h 582"/>
                <a:gd name="T26" fmla="*/ 28 w 592"/>
                <a:gd name="T27" fmla="*/ 259 h 582"/>
                <a:gd name="T28" fmla="*/ 28 w 592"/>
                <a:gd name="T29" fmla="*/ 322 h 582"/>
                <a:gd name="T30" fmla="*/ 265 w 592"/>
                <a:gd name="T31" fmla="*/ 559 h 582"/>
                <a:gd name="T32" fmla="*/ 296 w 592"/>
                <a:gd name="T33" fmla="*/ 572 h 582"/>
                <a:gd name="T34" fmla="*/ 327 w 592"/>
                <a:gd name="T35" fmla="*/ 559 h 582"/>
                <a:gd name="T36" fmla="*/ 564 w 592"/>
                <a:gd name="T37" fmla="*/ 322 h 582"/>
                <a:gd name="T38" fmla="*/ 564 w 592"/>
                <a:gd name="T39" fmla="*/ 259 h 582"/>
                <a:gd name="T40" fmla="*/ 327 w 592"/>
                <a:gd name="T41" fmla="*/ 23 h 582"/>
                <a:gd name="T42" fmla="*/ 296 w 592"/>
                <a:gd name="T43" fmla="*/ 1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2" h="582">
                  <a:moveTo>
                    <a:pt x="296" y="582"/>
                  </a:moveTo>
                  <a:cubicBezTo>
                    <a:pt x="282" y="582"/>
                    <a:pt x="268" y="576"/>
                    <a:pt x="258" y="566"/>
                  </a:cubicBezTo>
                  <a:cubicBezTo>
                    <a:pt x="21" y="329"/>
                    <a:pt x="21" y="329"/>
                    <a:pt x="21" y="329"/>
                  </a:cubicBezTo>
                  <a:cubicBezTo>
                    <a:pt x="0" y="308"/>
                    <a:pt x="0" y="274"/>
                    <a:pt x="21" y="252"/>
                  </a:cubicBezTo>
                  <a:cubicBezTo>
                    <a:pt x="258" y="16"/>
                    <a:pt x="258" y="16"/>
                    <a:pt x="258" y="16"/>
                  </a:cubicBezTo>
                  <a:cubicBezTo>
                    <a:pt x="268" y="5"/>
                    <a:pt x="282" y="0"/>
                    <a:pt x="296" y="0"/>
                  </a:cubicBezTo>
                  <a:cubicBezTo>
                    <a:pt x="311" y="0"/>
                    <a:pt x="324" y="5"/>
                    <a:pt x="334" y="16"/>
                  </a:cubicBezTo>
                  <a:cubicBezTo>
                    <a:pt x="571" y="252"/>
                    <a:pt x="571" y="252"/>
                    <a:pt x="571" y="252"/>
                  </a:cubicBezTo>
                  <a:cubicBezTo>
                    <a:pt x="592" y="274"/>
                    <a:pt x="592" y="308"/>
                    <a:pt x="571" y="329"/>
                  </a:cubicBezTo>
                  <a:cubicBezTo>
                    <a:pt x="334" y="566"/>
                    <a:pt x="334" y="566"/>
                    <a:pt x="334" y="566"/>
                  </a:cubicBezTo>
                  <a:cubicBezTo>
                    <a:pt x="324" y="576"/>
                    <a:pt x="311" y="582"/>
                    <a:pt x="296" y="582"/>
                  </a:cubicBezTo>
                  <a:close/>
                  <a:moveTo>
                    <a:pt x="296" y="10"/>
                  </a:moveTo>
                  <a:cubicBezTo>
                    <a:pt x="284" y="10"/>
                    <a:pt x="273" y="14"/>
                    <a:pt x="265" y="23"/>
                  </a:cubicBezTo>
                  <a:cubicBezTo>
                    <a:pt x="28" y="259"/>
                    <a:pt x="28" y="259"/>
                    <a:pt x="28" y="259"/>
                  </a:cubicBezTo>
                  <a:cubicBezTo>
                    <a:pt x="11" y="277"/>
                    <a:pt x="11" y="305"/>
                    <a:pt x="28" y="322"/>
                  </a:cubicBezTo>
                  <a:cubicBezTo>
                    <a:pt x="265" y="559"/>
                    <a:pt x="265" y="559"/>
                    <a:pt x="265" y="559"/>
                  </a:cubicBezTo>
                  <a:cubicBezTo>
                    <a:pt x="273" y="567"/>
                    <a:pt x="284" y="572"/>
                    <a:pt x="296" y="572"/>
                  </a:cubicBezTo>
                  <a:cubicBezTo>
                    <a:pt x="308" y="572"/>
                    <a:pt x="319" y="567"/>
                    <a:pt x="327" y="559"/>
                  </a:cubicBezTo>
                  <a:cubicBezTo>
                    <a:pt x="564" y="322"/>
                    <a:pt x="564" y="322"/>
                    <a:pt x="564" y="322"/>
                  </a:cubicBezTo>
                  <a:cubicBezTo>
                    <a:pt x="581" y="305"/>
                    <a:pt x="581" y="277"/>
                    <a:pt x="564" y="259"/>
                  </a:cubicBezTo>
                  <a:cubicBezTo>
                    <a:pt x="327" y="23"/>
                    <a:pt x="327" y="23"/>
                    <a:pt x="327" y="23"/>
                  </a:cubicBezTo>
                  <a:cubicBezTo>
                    <a:pt x="319" y="14"/>
                    <a:pt x="308" y="10"/>
                    <a:pt x="296" y="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  <p:sp>
          <p:nvSpPr>
            <p:cNvPr id="39" name="Freeform 1234">
              <a:extLst>
                <a:ext uri="{FF2B5EF4-FFF2-40B4-BE49-F238E27FC236}">
                  <a16:creationId xmlns:a16="http://schemas.microsoft.com/office/drawing/2014/main" id="{1181955C-49EA-89B5-6AC0-5FEF6C1D95E4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 bwMode="auto">
            <a:xfrm>
              <a:off x="-439065" y="612775"/>
              <a:ext cx="5009696" cy="5017704"/>
            </a:xfrm>
            <a:custGeom>
              <a:avLst/>
              <a:gdLst>
                <a:gd name="T0" fmla="*/ 634 w 1132"/>
                <a:gd name="T1" fmla="*/ 1095 h 1133"/>
                <a:gd name="T2" fmla="*/ 498 w 1132"/>
                <a:gd name="T3" fmla="*/ 1095 h 1133"/>
                <a:gd name="T4" fmla="*/ 37 w 1132"/>
                <a:gd name="T5" fmla="*/ 634 h 1133"/>
                <a:gd name="T6" fmla="*/ 37 w 1132"/>
                <a:gd name="T7" fmla="*/ 499 h 1133"/>
                <a:gd name="T8" fmla="*/ 498 w 1132"/>
                <a:gd name="T9" fmla="*/ 38 h 1133"/>
                <a:gd name="T10" fmla="*/ 634 w 1132"/>
                <a:gd name="T11" fmla="*/ 38 h 1133"/>
                <a:gd name="T12" fmla="*/ 1095 w 1132"/>
                <a:gd name="T13" fmla="*/ 499 h 1133"/>
                <a:gd name="T14" fmla="*/ 1095 w 1132"/>
                <a:gd name="T15" fmla="*/ 634 h 1133"/>
                <a:gd name="T16" fmla="*/ 634 w 1132"/>
                <a:gd name="T17" fmla="*/ 1095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2" h="1133">
                  <a:moveTo>
                    <a:pt x="634" y="1095"/>
                  </a:moveTo>
                  <a:cubicBezTo>
                    <a:pt x="596" y="1133"/>
                    <a:pt x="536" y="1133"/>
                    <a:pt x="498" y="1095"/>
                  </a:cubicBezTo>
                  <a:cubicBezTo>
                    <a:pt x="37" y="634"/>
                    <a:pt x="37" y="634"/>
                    <a:pt x="37" y="634"/>
                  </a:cubicBezTo>
                  <a:cubicBezTo>
                    <a:pt x="0" y="597"/>
                    <a:pt x="0" y="536"/>
                    <a:pt x="37" y="499"/>
                  </a:cubicBezTo>
                  <a:cubicBezTo>
                    <a:pt x="498" y="38"/>
                    <a:pt x="498" y="38"/>
                    <a:pt x="498" y="38"/>
                  </a:cubicBezTo>
                  <a:cubicBezTo>
                    <a:pt x="536" y="0"/>
                    <a:pt x="596" y="0"/>
                    <a:pt x="634" y="38"/>
                  </a:cubicBezTo>
                  <a:cubicBezTo>
                    <a:pt x="1095" y="499"/>
                    <a:pt x="1095" y="499"/>
                    <a:pt x="1095" y="499"/>
                  </a:cubicBezTo>
                  <a:cubicBezTo>
                    <a:pt x="1132" y="536"/>
                    <a:pt x="1132" y="597"/>
                    <a:pt x="1095" y="634"/>
                  </a:cubicBezTo>
                  <a:lnTo>
                    <a:pt x="634" y="10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AA68BBB0-D766-FA03-3782-6E92D27ADB98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1221105" y="4662170"/>
            <a:ext cx="765175" cy="5219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3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8CFD9F4-219E-FF89-2D66-D88571C8B0B0}"/>
              </a:ext>
            </a:extLst>
          </p:cNvPr>
          <p:cNvSpPr txBox="1"/>
          <p:nvPr/>
        </p:nvSpPr>
        <p:spPr>
          <a:xfrm>
            <a:off x="1933575" y="4445000"/>
            <a:ext cx="9245600" cy="108394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>
                <a:latin typeface="宋体" pitchFamily="2" charset="-122"/>
                <a:ea typeface="宋体" pitchFamily="2" charset="-122"/>
                <a:cs typeface="宋体" pitchFamily="2" charset="-122"/>
              </a:rPr>
              <a:t>怎么验证？ 恢复操作在真实设备上能否成功执行，执行后状态是否真的回到预期。</a:t>
            </a:r>
            <a:endParaRPr lang="zh-CN" altLang="en-US" sz="2800" dirty="0">
              <a:highlight>
                <a:srgbClr val="FFFF00"/>
              </a:highlight>
              <a:latin typeface="宋体" pitchFamily="2" charset="-122"/>
              <a:ea typeface="宋体" pitchFamily="2" charset="-122"/>
              <a:cs typeface="宋体" pitchFamily="2" charset="-122"/>
            </a:endParaRP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5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388" y="6420418"/>
            <a:ext cx="2752321" cy="366562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10001119" y="183711"/>
            <a:ext cx="1964493" cy="708062"/>
            <a:chOff x="4246274" y="-10895"/>
            <a:chExt cx="3940182" cy="1420161"/>
          </a:xfrm>
        </p:grpSpPr>
        <p:grpSp>
          <p:nvGrpSpPr>
            <p:cNvPr id="29" name="组合 28"/>
            <p:cNvGrpSpPr/>
            <p:nvPr/>
          </p:nvGrpSpPr>
          <p:grpSpPr>
            <a:xfrm>
              <a:off x="4246274" y="-10895"/>
              <a:ext cx="3940181" cy="1400681"/>
              <a:chOff x="6547903" y="954561"/>
              <a:chExt cx="5069293" cy="1802069"/>
            </a:xfrm>
          </p:grpSpPr>
          <p:pic>
            <p:nvPicPr>
              <p:cNvPr id="31" name="图片 30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47903" y="985519"/>
                <a:ext cx="1771106" cy="1771111"/>
              </a:xfrm>
              <a:prstGeom prst="rect">
                <a:avLst/>
              </a:prstGeom>
            </p:spPr>
          </p:pic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8270228" y="954561"/>
                <a:ext cx="3346968" cy="1271930"/>
              </a:xfrm>
              <a:prstGeom prst="rect">
                <a:avLst/>
              </a:prstGeom>
            </p:spPr>
          </p:pic>
        </p:grpSp>
        <p:sp>
          <p:nvSpPr>
            <p:cNvPr id="30" name="矩形 29"/>
            <p:cNvSpPr/>
            <p:nvPr/>
          </p:nvSpPr>
          <p:spPr>
            <a:xfrm>
              <a:off x="5622894" y="915420"/>
              <a:ext cx="2563562" cy="4938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宋体" pitchFamily="2" charset="-122"/>
                  <a:cs typeface="+mn-cs"/>
                </a:rPr>
                <a:t>FUDAN UNIVERSITY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0" y="140728"/>
            <a:ext cx="3575720" cy="838986"/>
            <a:chOff x="0" y="260648"/>
            <a:chExt cx="3575720" cy="838986"/>
          </a:xfrm>
        </p:grpSpPr>
        <p:sp>
          <p:nvSpPr>
            <p:cNvPr id="44" name="矩形 43"/>
            <p:cNvSpPr/>
            <p:nvPr/>
          </p:nvSpPr>
          <p:spPr>
            <a:xfrm>
              <a:off x="0" y="307546"/>
              <a:ext cx="551384" cy="792088"/>
            </a:xfrm>
            <a:prstGeom prst="rect">
              <a:avLst/>
            </a:prstGeom>
            <a:solidFill>
              <a:srgbClr val="961318"/>
            </a:solidFill>
            <a:ln w="25400" cap="flat" cmpd="sng" algn="ctr">
              <a:solidFill>
                <a:srgbClr val="961318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endParaRPr>
            </a:p>
          </p:txBody>
        </p:sp>
        <p:grpSp>
          <p:nvGrpSpPr>
            <p:cNvPr id="45" name="组合 44"/>
            <p:cNvGrpSpPr/>
            <p:nvPr/>
          </p:nvGrpSpPr>
          <p:grpSpPr>
            <a:xfrm>
              <a:off x="695400" y="260648"/>
              <a:ext cx="2880320" cy="574366"/>
              <a:chOff x="623392" y="310880"/>
              <a:chExt cx="2880320" cy="574366"/>
            </a:xfrm>
          </p:grpSpPr>
          <p:sp>
            <p:nvSpPr>
              <p:cNvPr id="46" name="文本框 45"/>
              <p:cNvSpPr txBox="1"/>
              <p:nvPr/>
            </p:nvSpPr>
            <p:spPr>
              <a:xfrm>
                <a:off x="623392" y="310880"/>
                <a:ext cx="1612900" cy="521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itchFamily="2" charset="-122"/>
                    <a:ea typeface="宋体" pitchFamily="2" charset="-122"/>
                    <a:cs typeface="Times New Roman" panose="02020503050405090304" charset="0"/>
                  </a:rPr>
                  <a:t>研究思路</a:t>
                </a:r>
              </a:p>
            </p:txBody>
          </p:sp>
          <p:cxnSp>
            <p:nvCxnSpPr>
              <p:cNvPr id="47" name="直接连接符 46"/>
              <p:cNvCxnSpPr/>
              <p:nvPr/>
            </p:nvCxnSpPr>
            <p:spPr>
              <a:xfrm>
                <a:off x="623392" y="885246"/>
                <a:ext cx="2880320" cy="0"/>
              </a:xfrm>
              <a:prstGeom prst="line">
                <a:avLst/>
              </a:prstGeom>
              <a:noFill/>
              <a:ln w="28575" cap="flat" cmpd="sng" algn="ctr">
                <a:gradFill flip="none" rotWithShape="1">
                  <a:gsLst>
                    <a:gs pos="0">
                      <a:srgbClr val="961318"/>
                    </a:gs>
                    <a:gs pos="81000">
                      <a:srgbClr val="961318">
                        <a:alpha val="20000"/>
                      </a:srgbClr>
                    </a:gs>
                    <a:gs pos="100000">
                      <a:srgbClr val="961318">
                        <a:alpha val="0"/>
                      </a:srgbClr>
                    </a:gs>
                  </a:gsLst>
                  <a:lin ang="0" scaled="1"/>
                  <a:tileRect/>
                </a:gradFill>
                <a:prstDash val="solid"/>
              </a:ln>
              <a:effectLst/>
            </p:spPr>
          </p:cxnSp>
        </p:grpSp>
      </p:grpSp>
      <p:sp>
        <p:nvSpPr>
          <p:cNvPr id="2" name="文本框 1"/>
          <p:cNvSpPr txBox="1"/>
          <p:nvPr/>
        </p:nvSpPr>
        <p:spPr>
          <a:xfrm>
            <a:off x="5812790" y="4344035"/>
            <a:ext cx="462280" cy="24384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noAutofit/>
          </a:bodyPr>
          <a:lstStyle/>
          <a:p>
            <a:endParaRPr lang="zh-CN" altLang="en-US">
              <a:latin typeface="宋体" pitchFamily="2" charset="-122"/>
              <a:ea typeface="宋体" pitchFamily="2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62D3D61-CCFC-BFBC-195C-D34B952F8B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000"/>
            <a:ext cx="12192000" cy="457200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5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388" y="6420418"/>
            <a:ext cx="2752321" cy="366562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10001119" y="183711"/>
            <a:ext cx="1964493" cy="708062"/>
            <a:chOff x="4246274" y="-10895"/>
            <a:chExt cx="3940182" cy="1420161"/>
          </a:xfrm>
        </p:grpSpPr>
        <p:grpSp>
          <p:nvGrpSpPr>
            <p:cNvPr id="29" name="组合 28"/>
            <p:cNvGrpSpPr/>
            <p:nvPr/>
          </p:nvGrpSpPr>
          <p:grpSpPr>
            <a:xfrm>
              <a:off x="4246274" y="-10895"/>
              <a:ext cx="3940181" cy="1400681"/>
              <a:chOff x="6547903" y="954561"/>
              <a:chExt cx="5069293" cy="1802069"/>
            </a:xfrm>
          </p:grpSpPr>
          <p:pic>
            <p:nvPicPr>
              <p:cNvPr id="31" name="图片 30"/>
              <p:cNvPicPr>
                <a:picLocks noChangeAspect="1"/>
              </p:cNvPicPr>
              <p:nvPr/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47903" y="985519"/>
                <a:ext cx="1771106" cy="1771111"/>
              </a:xfrm>
              <a:prstGeom prst="rect">
                <a:avLst/>
              </a:prstGeom>
            </p:spPr>
          </p:pic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2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8270228" y="954561"/>
                <a:ext cx="3346968" cy="1271930"/>
              </a:xfrm>
              <a:prstGeom prst="rect">
                <a:avLst/>
              </a:prstGeom>
            </p:spPr>
          </p:pic>
        </p:grpSp>
        <p:sp>
          <p:nvSpPr>
            <p:cNvPr id="30" name="矩形 29"/>
            <p:cNvSpPr/>
            <p:nvPr/>
          </p:nvSpPr>
          <p:spPr>
            <a:xfrm>
              <a:off x="5622894" y="915420"/>
              <a:ext cx="2563562" cy="4938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宋体" pitchFamily="2" charset="-122"/>
                  <a:cs typeface="+mn-cs"/>
                </a:rPr>
                <a:t>FUDAN UNIVERSITY</a:t>
              </a:r>
            </a:p>
          </p:txBody>
        </p:sp>
      </p:grpSp>
      <p:pic>
        <p:nvPicPr>
          <p:cNvPr id="13" name="图片 12"/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1596" y="676618"/>
            <a:ext cx="6541996" cy="6541996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2698750" y="767080"/>
            <a:ext cx="6264275" cy="965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endParaRPr lang="zh-CN" sz="4400" b="1" dirty="0">
              <a:solidFill>
                <a:srgbClr val="C00000"/>
              </a:solidFill>
              <a:latin typeface="宋体" pitchFamily="2" charset="-122"/>
              <a:ea typeface="宋体" pitchFamily="2" charset="-122"/>
              <a:sym typeface="+mn-ea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824230" y="1717675"/>
            <a:ext cx="10459720" cy="4351655"/>
          </a:xfrm>
          <a:prstGeom prst="roundRect">
            <a:avLst>
              <a:gd name="adj" fmla="val 6791"/>
            </a:avLst>
          </a:prstGeom>
          <a:noFill/>
          <a:ln>
            <a:solidFill>
              <a:srgbClr val="C00000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>
            <p:custDataLst>
              <p:tags r:id="rId1"/>
            </p:custDataLst>
          </p:nvPr>
        </p:nvSpPr>
        <p:spPr>
          <a:xfrm>
            <a:off x="1496695" y="2522855"/>
            <a:ext cx="1247140" cy="539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01</a:t>
            </a:r>
          </a:p>
        </p:txBody>
      </p:sp>
      <p:grpSp>
        <p:nvGrpSpPr>
          <p:cNvPr id="15" name="组合 14"/>
          <p:cNvGrpSpPr/>
          <p:nvPr>
            <p:custDataLst>
              <p:tags r:id="rId2"/>
            </p:custDataLst>
          </p:nvPr>
        </p:nvGrpSpPr>
        <p:grpSpPr>
          <a:xfrm>
            <a:off x="1137285" y="2067560"/>
            <a:ext cx="728980" cy="727710"/>
            <a:chOff x="-1090613" y="612775"/>
            <a:chExt cx="5661244" cy="5268912"/>
          </a:xfrm>
          <a:solidFill>
            <a:srgbClr val="C00000"/>
          </a:solidFill>
        </p:grpSpPr>
        <p:sp>
          <p:nvSpPr>
            <p:cNvPr id="16" name="Freeform 1241"/>
            <p:cNvSpPr>
              <a:spLocks noEditPoints="1"/>
            </p:cNvSpPr>
            <p:nvPr>
              <p:custDataLst>
                <p:tags r:id="rId14"/>
              </p:custDataLst>
            </p:nvPr>
          </p:nvSpPr>
          <p:spPr bwMode="auto">
            <a:xfrm>
              <a:off x="-1090613" y="612775"/>
              <a:ext cx="5359400" cy="5268912"/>
            </a:xfrm>
            <a:custGeom>
              <a:avLst/>
              <a:gdLst>
                <a:gd name="T0" fmla="*/ 296 w 592"/>
                <a:gd name="T1" fmla="*/ 582 h 582"/>
                <a:gd name="T2" fmla="*/ 258 w 592"/>
                <a:gd name="T3" fmla="*/ 566 h 582"/>
                <a:gd name="T4" fmla="*/ 21 w 592"/>
                <a:gd name="T5" fmla="*/ 329 h 582"/>
                <a:gd name="T6" fmla="*/ 21 w 592"/>
                <a:gd name="T7" fmla="*/ 252 h 582"/>
                <a:gd name="T8" fmla="*/ 258 w 592"/>
                <a:gd name="T9" fmla="*/ 16 h 582"/>
                <a:gd name="T10" fmla="*/ 296 w 592"/>
                <a:gd name="T11" fmla="*/ 0 h 582"/>
                <a:gd name="T12" fmla="*/ 334 w 592"/>
                <a:gd name="T13" fmla="*/ 16 h 582"/>
                <a:gd name="T14" fmla="*/ 571 w 592"/>
                <a:gd name="T15" fmla="*/ 252 h 582"/>
                <a:gd name="T16" fmla="*/ 571 w 592"/>
                <a:gd name="T17" fmla="*/ 329 h 582"/>
                <a:gd name="T18" fmla="*/ 334 w 592"/>
                <a:gd name="T19" fmla="*/ 566 h 582"/>
                <a:gd name="T20" fmla="*/ 296 w 592"/>
                <a:gd name="T21" fmla="*/ 582 h 582"/>
                <a:gd name="T22" fmla="*/ 296 w 592"/>
                <a:gd name="T23" fmla="*/ 10 h 582"/>
                <a:gd name="T24" fmla="*/ 265 w 592"/>
                <a:gd name="T25" fmla="*/ 23 h 582"/>
                <a:gd name="T26" fmla="*/ 28 w 592"/>
                <a:gd name="T27" fmla="*/ 259 h 582"/>
                <a:gd name="T28" fmla="*/ 28 w 592"/>
                <a:gd name="T29" fmla="*/ 322 h 582"/>
                <a:gd name="T30" fmla="*/ 265 w 592"/>
                <a:gd name="T31" fmla="*/ 559 h 582"/>
                <a:gd name="T32" fmla="*/ 296 w 592"/>
                <a:gd name="T33" fmla="*/ 572 h 582"/>
                <a:gd name="T34" fmla="*/ 327 w 592"/>
                <a:gd name="T35" fmla="*/ 559 h 582"/>
                <a:gd name="T36" fmla="*/ 564 w 592"/>
                <a:gd name="T37" fmla="*/ 322 h 582"/>
                <a:gd name="T38" fmla="*/ 564 w 592"/>
                <a:gd name="T39" fmla="*/ 259 h 582"/>
                <a:gd name="T40" fmla="*/ 327 w 592"/>
                <a:gd name="T41" fmla="*/ 23 h 582"/>
                <a:gd name="T42" fmla="*/ 296 w 592"/>
                <a:gd name="T43" fmla="*/ 1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2" h="582">
                  <a:moveTo>
                    <a:pt x="296" y="582"/>
                  </a:moveTo>
                  <a:cubicBezTo>
                    <a:pt x="282" y="582"/>
                    <a:pt x="268" y="576"/>
                    <a:pt x="258" y="566"/>
                  </a:cubicBezTo>
                  <a:cubicBezTo>
                    <a:pt x="21" y="329"/>
                    <a:pt x="21" y="329"/>
                    <a:pt x="21" y="329"/>
                  </a:cubicBezTo>
                  <a:cubicBezTo>
                    <a:pt x="0" y="308"/>
                    <a:pt x="0" y="274"/>
                    <a:pt x="21" y="252"/>
                  </a:cubicBezTo>
                  <a:cubicBezTo>
                    <a:pt x="258" y="16"/>
                    <a:pt x="258" y="16"/>
                    <a:pt x="258" y="16"/>
                  </a:cubicBezTo>
                  <a:cubicBezTo>
                    <a:pt x="268" y="5"/>
                    <a:pt x="282" y="0"/>
                    <a:pt x="296" y="0"/>
                  </a:cubicBezTo>
                  <a:cubicBezTo>
                    <a:pt x="311" y="0"/>
                    <a:pt x="324" y="5"/>
                    <a:pt x="334" y="16"/>
                  </a:cubicBezTo>
                  <a:cubicBezTo>
                    <a:pt x="571" y="252"/>
                    <a:pt x="571" y="252"/>
                    <a:pt x="571" y="252"/>
                  </a:cubicBezTo>
                  <a:cubicBezTo>
                    <a:pt x="592" y="274"/>
                    <a:pt x="592" y="308"/>
                    <a:pt x="571" y="329"/>
                  </a:cubicBezTo>
                  <a:cubicBezTo>
                    <a:pt x="334" y="566"/>
                    <a:pt x="334" y="566"/>
                    <a:pt x="334" y="566"/>
                  </a:cubicBezTo>
                  <a:cubicBezTo>
                    <a:pt x="324" y="576"/>
                    <a:pt x="311" y="582"/>
                    <a:pt x="296" y="582"/>
                  </a:cubicBezTo>
                  <a:close/>
                  <a:moveTo>
                    <a:pt x="296" y="10"/>
                  </a:moveTo>
                  <a:cubicBezTo>
                    <a:pt x="284" y="10"/>
                    <a:pt x="273" y="14"/>
                    <a:pt x="265" y="23"/>
                  </a:cubicBezTo>
                  <a:cubicBezTo>
                    <a:pt x="28" y="259"/>
                    <a:pt x="28" y="259"/>
                    <a:pt x="28" y="259"/>
                  </a:cubicBezTo>
                  <a:cubicBezTo>
                    <a:pt x="11" y="277"/>
                    <a:pt x="11" y="305"/>
                    <a:pt x="28" y="322"/>
                  </a:cubicBezTo>
                  <a:cubicBezTo>
                    <a:pt x="265" y="559"/>
                    <a:pt x="265" y="559"/>
                    <a:pt x="265" y="559"/>
                  </a:cubicBezTo>
                  <a:cubicBezTo>
                    <a:pt x="273" y="567"/>
                    <a:pt x="284" y="572"/>
                    <a:pt x="296" y="572"/>
                  </a:cubicBezTo>
                  <a:cubicBezTo>
                    <a:pt x="308" y="572"/>
                    <a:pt x="319" y="567"/>
                    <a:pt x="327" y="559"/>
                  </a:cubicBezTo>
                  <a:cubicBezTo>
                    <a:pt x="564" y="322"/>
                    <a:pt x="564" y="322"/>
                    <a:pt x="564" y="322"/>
                  </a:cubicBezTo>
                  <a:cubicBezTo>
                    <a:pt x="581" y="305"/>
                    <a:pt x="581" y="277"/>
                    <a:pt x="564" y="259"/>
                  </a:cubicBezTo>
                  <a:cubicBezTo>
                    <a:pt x="327" y="23"/>
                    <a:pt x="327" y="23"/>
                    <a:pt x="327" y="23"/>
                  </a:cubicBezTo>
                  <a:cubicBezTo>
                    <a:pt x="319" y="14"/>
                    <a:pt x="308" y="10"/>
                    <a:pt x="296" y="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  <p:sp>
          <p:nvSpPr>
            <p:cNvPr id="17" name="Freeform 1234"/>
            <p:cNvSpPr/>
            <p:nvPr>
              <p:custDataLst>
                <p:tags r:id="rId15"/>
              </p:custDataLst>
            </p:nvPr>
          </p:nvSpPr>
          <p:spPr bwMode="auto">
            <a:xfrm>
              <a:off x="-439065" y="612775"/>
              <a:ext cx="5009696" cy="5017704"/>
            </a:xfrm>
            <a:custGeom>
              <a:avLst/>
              <a:gdLst>
                <a:gd name="T0" fmla="*/ 634 w 1132"/>
                <a:gd name="T1" fmla="*/ 1095 h 1133"/>
                <a:gd name="T2" fmla="*/ 498 w 1132"/>
                <a:gd name="T3" fmla="*/ 1095 h 1133"/>
                <a:gd name="T4" fmla="*/ 37 w 1132"/>
                <a:gd name="T5" fmla="*/ 634 h 1133"/>
                <a:gd name="T6" fmla="*/ 37 w 1132"/>
                <a:gd name="T7" fmla="*/ 499 h 1133"/>
                <a:gd name="T8" fmla="*/ 498 w 1132"/>
                <a:gd name="T9" fmla="*/ 38 h 1133"/>
                <a:gd name="T10" fmla="*/ 634 w 1132"/>
                <a:gd name="T11" fmla="*/ 38 h 1133"/>
                <a:gd name="T12" fmla="*/ 1095 w 1132"/>
                <a:gd name="T13" fmla="*/ 499 h 1133"/>
                <a:gd name="T14" fmla="*/ 1095 w 1132"/>
                <a:gd name="T15" fmla="*/ 634 h 1133"/>
                <a:gd name="T16" fmla="*/ 634 w 1132"/>
                <a:gd name="T17" fmla="*/ 1095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2" h="1133">
                  <a:moveTo>
                    <a:pt x="634" y="1095"/>
                  </a:moveTo>
                  <a:cubicBezTo>
                    <a:pt x="596" y="1133"/>
                    <a:pt x="536" y="1133"/>
                    <a:pt x="498" y="1095"/>
                  </a:cubicBezTo>
                  <a:cubicBezTo>
                    <a:pt x="37" y="634"/>
                    <a:pt x="37" y="634"/>
                    <a:pt x="37" y="634"/>
                  </a:cubicBezTo>
                  <a:cubicBezTo>
                    <a:pt x="0" y="597"/>
                    <a:pt x="0" y="536"/>
                    <a:pt x="37" y="499"/>
                  </a:cubicBezTo>
                  <a:cubicBezTo>
                    <a:pt x="498" y="38"/>
                    <a:pt x="498" y="38"/>
                    <a:pt x="498" y="38"/>
                  </a:cubicBezTo>
                  <a:cubicBezTo>
                    <a:pt x="536" y="0"/>
                    <a:pt x="596" y="0"/>
                    <a:pt x="634" y="38"/>
                  </a:cubicBezTo>
                  <a:cubicBezTo>
                    <a:pt x="1095" y="499"/>
                    <a:pt x="1095" y="499"/>
                    <a:pt x="1095" y="499"/>
                  </a:cubicBezTo>
                  <a:cubicBezTo>
                    <a:pt x="1132" y="536"/>
                    <a:pt x="1132" y="597"/>
                    <a:pt x="1095" y="634"/>
                  </a:cubicBezTo>
                  <a:lnTo>
                    <a:pt x="634" y="10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</p:grpSp>
      <p:sp>
        <p:nvSpPr>
          <p:cNvPr id="22" name="矩形 21"/>
          <p:cNvSpPr/>
          <p:nvPr>
            <p:custDataLst>
              <p:tags r:id="rId3"/>
            </p:custDataLst>
          </p:nvPr>
        </p:nvSpPr>
        <p:spPr>
          <a:xfrm>
            <a:off x="2262505" y="4138295"/>
            <a:ext cx="741045" cy="4686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1</a:t>
            </a: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1933575" y="4194810"/>
            <a:ext cx="765175" cy="539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01</a:t>
            </a:r>
          </a:p>
        </p:txBody>
      </p:sp>
      <p:grpSp>
        <p:nvGrpSpPr>
          <p:cNvPr id="14" name="组合 13"/>
          <p:cNvGrpSpPr/>
          <p:nvPr>
            <p:custDataLst>
              <p:tags r:id="rId5"/>
            </p:custDataLst>
          </p:nvPr>
        </p:nvGrpSpPr>
        <p:grpSpPr>
          <a:xfrm>
            <a:off x="1089660" y="3283585"/>
            <a:ext cx="728980" cy="727710"/>
            <a:chOff x="-1090613" y="612775"/>
            <a:chExt cx="5661244" cy="5268912"/>
          </a:xfrm>
          <a:solidFill>
            <a:srgbClr val="C00000"/>
          </a:solidFill>
        </p:grpSpPr>
        <p:sp>
          <p:nvSpPr>
            <p:cNvPr id="19" name="Freeform 1241"/>
            <p:cNvSpPr>
              <a:spLocks noEditPoints="1"/>
            </p:cNvSpPr>
            <p:nvPr>
              <p:custDataLst>
                <p:tags r:id="rId12"/>
              </p:custDataLst>
            </p:nvPr>
          </p:nvSpPr>
          <p:spPr bwMode="auto">
            <a:xfrm>
              <a:off x="-1090613" y="612775"/>
              <a:ext cx="5359400" cy="5268912"/>
            </a:xfrm>
            <a:custGeom>
              <a:avLst/>
              <a:gdLst>
                <a:gd name="T0" fmla="*/ 296 w 592"/>
                <a:gd name="T1" fmla="*/ 582 h 582"/>
                <a:gd name="T2" fmla="*/ 258 w 592"/>
                <a:gd name="T3" fmla="*/ 566 h 582"/>
                <a:gd name="T4" fmla="*/ 21 w 592"/>
                <a:gd name="T5" fmla="*/ 329 h 582"/>
                <a:gd name="T6" fmla="*/ 21 w 592"/>
                <a:gd name="T7" fmla="*/ 252 h 582"/>
                <a:gd name="T8" fmla="*/ 258 w 592"/>
                <a:gd name="T9" fmla="*/ 16 h 582"/>
                <a:gd name="T10" fmla="*/ 296 w 592"/>
                <a:gd name="T11" fmla="*/ 0 h 582"/>
                <a:gd name="T12" fmla="*/ 334 w 592"/>
                <a:gd name="T13" fmla="*/ 16 h 582"/>
                <a:gd name="T14" fmla="*/ 571 w 592"/>
                <a:gd name="T15" fmla="*/ 252 h 582"/>
                <a:gd name="T16" fmla="*/ 571 w 592"/>
                <a:gd name="T17" fmla="*/ 329 h 582"/>
                <a:gd name="T18" fmla="*/ 334 w 592"/>
                <a:gd name="T19" fmla="*/ 566 h 582"/>
                <a:gd name="T20" fmla="*/ 296 w 592"/>
                <a:gd name="T21" fmla="*/ 582 h 582"/>
                <a:gd name="T22" fmla="*/ 296 w 592"/>
                <a:gd name="T23" fmla="*/ 10 h 582"/>
                <a:gd name="T24" fmla="*/ 265 w 592"/>
                <a:gd name="T25" fmla="*/ 23 h 582"/>
                <a:gd name="T26" fmla="*/ 28 w 592"/>
                <a:gd name="T27" fmla="*/ 259 h 582"/>
                <a:gd name="T28" fmla="*/ 28 w 592"/>
                <a:gd name="T29" fmla="*/ 322 h 582"/>
                <a:gd name="T30" fmla="*/ 265 w 592"/>
                <a:gd name="T31" fmla="*/ 559 h 582"/>
                <a:gd name="T32" fmla="*/ 296 w 592"/>
                <a:gd name="T33" fmla="*/ 572 h 582"/>
                <a:gd name="T34" fmla="*/ 327 w 592"/>
                <a:gd name="T35" fmla="*/ 559 h 582"/>
                <a:gd name="T36" fmla="*/ 564 w 592"/>
                <a:gd name="T37" fmla="*/ 322 h 582"/>
                <a:gd name="T38" fmla="*/ 564 w 592"/>
                <a:gd name="T39" fmla="*/ 259 h 582"/>
                <a:gd name="T40" fmla="*/ 327 w 592"/>
                <a:gd name="T41" fmla="*/ 23 h 582"/>
                <a:gd name="T42" fmla="*/ 296 w 592"/>
                <a:gd name="T43" fmla="*/ 1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2" h="582">
                  <a:moveTo>
                    <a:pt x="296" y="582"/>
                  </a:moveTo>
                  <a:cubicBezTo>
                    <a:pt x="282" y="582"/>
                    <a:pt x="268" y="576"/>
                    <a:pt x="258" y="566"/>
                  </a:cubicBezTo>
                  <a:cubicBezTo>
                    <a:pt x="21" y="329"/>
                    <a:pt x="21" y="329"/>
                    <a:pt x="21" y="329"/>
                  </a:cubicBezTo>
                  <a:cubicBezTo>
                    <a:pt x="0" y="308"/>
                    <a:pt x="0" y="274"/>
                    <a:pt x="21" y="252"/>
                  </a:cubicBezTo>
                  <a:cubicBezTo>
                    <a:pt x="258" y="16"/>
                    <a:pt x="258" y="16"/>
                    <a:pt x="258" y="16"/>
                  </a:cubicBezTo>
                  <a:cubicBezTo>
                    <a:pt x="268" y="5"/>
                    <a:pt x="282" y="0"/>
                    <a:pt x="296" y="0"/>
                  </a:cubicBezTo>
                  <a:cubicBezTo>
                    <a:pt x="311" y="0"/>
                    <a:pt x="324" y="5"/>
                    <a:pt x="334" y="16"/>
                  </a:cubicBezTo>
                  <a:cubicBezTo>
                    <a:pt x="571" y="252"/>
                    <a:pt x="571" y="252"/>
                    <a:pt x="571" y="252"/>
                  </a:cubicBezTo>
                  <a:cubicBezTo>
                    <a:pt x="592" y="274"/>
                    <a:pt x="592" y="308"/>
                    <a:pt x="571" y="329"/>
                  </a:cubicBezTo>
                  <a:cubicBezTo>
                    <a:pt x="334" y="566"/>
                    <a:pt x="334" y="566"/>
                    <a:pt x="334" y="566"/>
                  </a:cubicBezTo>
                  <a:cubicBezTo>
                    <a:pt x="324" y="576"/>
                    <a:pt x="311" y="582"/>
                    <a:pt x="296" y="582"/>
                  </a:cubicBezTo>
                  <a:close/>
                  <a:moveTo>
                    <a:pt x="296" y="10"/>
                  </a:moveTo>
                  <a:cubicBezTo>
                    <a:pt x="284" y="10"/>
                    <a:pt x="273" y="14"/>
                    <a:pt x="265" y="23"/>
                  </a:cubicBezTo>
                  <a:cubicBezTo>
                    <a:pt x="28" y="259"/>
                    <a:pt x="28" y="259"/>
                    <a:pt x="28" y="259"/>
                  </a:cubicBezTo>
                  <a:cubicBezTo>
                    <a:pt x="11" y="277"/>
                    <a:pt x="11" y="305"/>
                    <a:pt x="28" y="322"/>
                  </a:cubicBezTo>
                  <a:cubicBezTo>
                    <a:pt x="265" y="559"/>
                    <a:pt x="265" y="559"/>
                    <a:pt x="265" y="559"/>
                  </a:cubicBezTo>
                  <a:cubicBezTo>
                    <a:pt x="273" y="567"/>
                    <a:pt x="284" y="572"/>
                    <a:pt x="296" y="572"/>
                  </a:cubicBezTo>
                  <a:cubicBezTo>
                    <a:pt x="308" y="572"/>
                    <a:pt x="319" y="567"/>
                    <a:pt x="327" y="559"/>
                  </a:cubicBezTo>
                  <a:cubicBezTo>
                    <a:pt x="564" y="322"/>
                    <a:pt x="564" y="322"/>
                    <a:pt x="564" y="322"/>
                  </a:cubicBezTo>
                  <a:cubicBezTo>
                    <a:pt x="581" y="305"/>
                    <a:pt x="581" y="277"/>
                    <a:pt x="564" y="259"/>
                  </a:cubicBezTo>
                  <a:cubicBezTo>
                    <a:pt x="327" y="23"/>
                    <a:pt x="327" y="23"/>
                    <a:pt x="327" y="23"/>
                  </a:cubicBezTo>
                  <a:cubicBezTo>
                    <a:pt x="319" y="14"/>
                    <a:pt x="308" y="10"/>
                    <a:pt x="296" y="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  <p:sp>
          <p:nvSpPr>
            <p:cNvPr id="20" name="Freeform 1234"/>
            <p:cNvSpPr/>
            <p:nvPr>
              <p:custDataLst>
                <p:tags r:id="rId13"/>
              </p:custDataLst>
            </p:nvPr>
          </p:nvSpPr>
          <p:spPr bwMode="auto">
            <a:xfrm>
              <a:off x="-439065" y="612775"/>
              <a:ext cx="5009696" cy="5017704"/>
            </a:xfrm>
            <a:custGeom>
              <a:avLst/>
              <a:gdLst>
                <a:gd name="T0" fmla="*/ 634 w 1132"/>
                <a:gd name="T1" fmla="*/ 1095 h 1133"/>
                <a:gd name="T2" fmla="*/ 498 w 1132"/>
                <a:gd name="T3" fmla="*/ 1095 h 1133"/>
                <a:gd name="T4" fmla="*/ 37 w 1132"/>
                <a:gd name="T5" fmla="*/ 634 h 1133"/>
                <a:gd name="T6" fmla="*/ 37 w 1132"/>
                <a:gd name="T7" fmla="*/ 499 h 1133"/>
                <a:gd name="T8" fmla="*/ 498 w 1132"/>
                <a:gd name="T9" fmla="*/ 38 h 1133"/>
                <a:gd name="T10" fmla="*/ 634 w 1132"/>
                <a:gd name="T11" fmla="*/ 38 h 1133"/>
                <a:gd name="T12" fmla="*/ 1095 w 1132"/>
                <a:gd name="T13" fmla="*/ 499 h 1133"/>
                <a:gd name="T14" fmla="*/ 1095 w 1132"/>
                <a:gd name="T15" fmla="*/ 634 h 1133"/>
                <a:gd name="T16" fmla="*/ 634 w 1132"/>
                <a:gd name="T17" fmla="*/ 1095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2" h="1133">
                  <a:moveTo>
                    <a:pt x="634" y="1095"/>
                  </a:moveTo>
                  <a:cubicBezTo>
                    <a:pt x="596" y="1133"/>
                    <a:pt x="536" y="1133"/>
                    <a:pt x="498" y="1095"/>
                  </a:cubicBezTo>
                  <a:cubicBezTo>
                    <a:pt x="37" y="634"/>
                    <a:pt x="37" y="634"/>
                    <a:pt x="37" y="634"/>
                  </a:cubicBezTo>
                  <a:cubicBezTo>
                    <a:pt x="0" y="597"/>
                    <a:pt x="0" y="536"/>
                    <a:pt x="37" y="499"/>
                  </a:cubicBezTo>
                  <a:cubicBezTo>
                    <a:pt x="498" y="38"/>
                    <a:pt x="498" y="38"/>
                    <a:pt x="498" y="38"/>
                  </a:cubicBezTo>
                  <a:cubicBezTo>
                    <a:pt x="536" y="0"/>
                    <a:pt x="596" y="0"/>
                    <a:pt x="634" y="38"/>
                  </a:cubicBezTo>
                  <a:cubicBezTo>
                    <a:pt x="1095" y="499"/>
                    <a:pt x="1095" y="499"/>
                    <a:pt x="1095" y="499"/>
                  </a:cubicBezTo>
                  <a:cubicBezTo>
                    <a:pt x="1132" y="536"/>
                    <a:pt x="1132" y="597"/>
                    <a:pt x="1095" y="634"/>
                  </a:cubicBezTo>
                  <a:lnTo>
                    <a:pt x="634" y="10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</p:grpSp>
      <p:sp>
        <p:nvSpPr>
          <p:cNvPr id="23" name="矩形 22"/>
          <p:cNvSpPr/>
          <p:nvPr>
            <p:custDataLst>
              <p:tags r:id="rId6"/>
            </p:custDataLst>
          </p:nvPr>
        </p:nvSpPr>
        <p:spPr>
          <a:xfrm>
            <a:off x="1221105" y="2220595"/>
            <a:ext cx="741045" cy="4686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1</a:t>
            </a:r>
          </a:p>
        </p:txBody>
      </p:sp>
      <p:sp>
        <p:nvSpPr>
          <p:cNvPr id="24" name="矩形 23"/>
          <p:cNvSpPr/>
          <p:nvPr>
            <p:custDataLst>
              <p:tags r:id="rId7"/>
            </p:custDataLst>
          </p:nvPr>
        </p:nvSpPr>
        <p:spPr>
          <a:xfrm>
            <a:off x="1221105" y="3394075"/>
            <a:ext cx="741045" cy="4686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2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1962150" y="2120900"/>
            <a:ext cx="9116060" cy="9925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 dirty="0">
                <a:latin typeface="Times New Roman Regular" panose="02020503050405090304" charset="0"/>
                <a:ea typeface="宋体" pitchFamily="2" charset="-122"/>
                <a:cs typeface="Times New Roman Regular" panose="02020503050405090304" charset="0"/>
                <a:sym typeface="+mn-ea"/>
              </a:rPr>
              <a:t>提出并定义了「应用状态污染」概念，用真机实验证明它会让评测成功率下降 </a:t>
            </a:r>
            <a:r>
              <a:rPr lang="en-US" altLang="zh-CN" sz="2800" dirty="0">
                <a:latin typeface="Times New Roman Regular" panose="02020503050405090304" charset="0"/>
                <a:ea typeface="宋体" pitchFamily="2" charset="-122"/>
                <a:cs typeface="Times New Roman Regular" panose="02020503050405090304" charset="0"/>
                <a:sym typeface="+mn-ea"/>
              </a:rPr>
              <a:t>12–15 </a:t>
            </a:r>
            <a:r>
              <a:rPr lang="zh-CN" altLang="en-US" sz="2800" dirty="0">
                <a:latin typeface="Times New Roman Regular" panose="02020503050405090304" charset="0"/>
                <a:ea typeface="宋体" pitchFamily="2" charset="-122"/>
                <a:cs typeface="Times New Roman Regular" panose="02020503050405090304" charset="0"/>
                <a:sym typeface="+mn-ea"/>
              </a:rPr>
              <a:t>个百分点。</a:t>
            </a:r>
            <a:endParaRPr lang="zh-CN" altLang="en-US" sz="2800" dirty="0">
              <a:latin typeface="宋体" pitchFamily="2" charset="-122"/>
              <a:ea typeface="宋体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962150" y="3230245"/>
            <a:ext cx="9116695" cy="9925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zh-CN" altLang="en-US" sz="2800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设计了检测 → 生成 → 执行三阶段恢复方法，把状态恢复能力从任务内扩展到任务间。</a:t>
            </a:r>
            <a:endParaRPr lang="en-US" altLang="zh-CN" dirty="0">
              <a:latin typeface="宋体" pitchFamily="2" charset="-122"/>
              <a:ea typeface="宋体" pitchFamily="2" charset="-122"/>
              <a:cs typeface="Times New Roman" panose="02020503050405090304" charset="0"/>
              <a:sym typeface="+mn-ea"/>
            </a:endParaRPr>
          </a:p>
          <a:p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43" name="组合 42"/>
          <p:cNvGrpSpPr/>
          <p:nvPr/>
        </p:nvGrpSpPr>
        <p:grpSpPr>
          <a:xfrm>
            <a:off x="0" y="140728"/>
            <a:ext cx="3575720" cy="838986"/>
            <a:chOff x="0" y="260648"/>
            <a:chExt cx="3575720" cy="838986"/>
          </a:xfrm>
        </p:grpSpPr>
        <p:sp>
          <p:nvSpPr>
            <p:cNvPr id="44" name="矩形 43"/>
            <p:cNvSpPr/>
            <p:nvPr/>
          </p:nvSpPr>
          <p:spPr>
            <a:xfrm>
              <a:off x="0" y="307546"/>
              <a:ext cx="551384" cy="792088"/>
            </a:xfrm>
            <a:prstGeom prst="rect">
              <a:avLst/>
            </a:prstGeom>
            <a:solidFill>
              <a:srgbClr val="961318"/>
            </a:solidFill>
            <a:ln w="25400" cap="flat" cmpd="sng" algn="ctr">
              <a:solidFill>
                <a:srgbClr val="961318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endParaRPr>
            </a:p>
          </p:txBody>
        </p:sp>
        <p:grpSp>
          <p:nvGrpSpPr>
            <p:cNvPr id="45" name="组合 44"/>
            <p:cNvGrpSpPr/>
            <p:nvPr/>
          </p:nvGrpSpPr>
          <p:grpSpPr>
            <a:xfrm>
              <a:off x="695400" y="260648"/>
              <a:ext cx="2880320" cy="574366"/>
              <a:chOff x="623392" y="310880"/>
              <a:chExt cx="2880320" cy="574366"/>
            </a:xfrm>
          </p:grpSpPr>
          <p:sp>
            <p:nvSpPr>
              <p:cNvPr id="46" name="文本框 45"/>
              <p:cNvSpPr txBox="1"/>
              <p:nvPr/>
            </p:nvSpPr>
            <p:spPr>
              <a:xfrm>
                <a:off x="623392" y="310880"/>
                <a:ext cx="1607820" cy="521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28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itchFamily="2" charset="-122"/>
                    <a:ea typeface="宋体" pitchFamily="2" charset="-122"/>
                    <a:cs typeface="Times New Roman" panose="02020503050405090304" charset="0"/>
                  </a:rPr>
                  <a:t>研究结论</a:t>
                </a:r>
              </a:p>
            </p:txBody>
          </p:sp>
          <p:cxnSp>
            <p:nvCxnSpPr>
              <p:cNvPr id="47" name="直接连接符 46"/>
              <p:cNvCxnSpPr/>
              <p:nvPr/>
            </p:nvCxnSpPr>
            <p:spPr>
              <a:xfrm>
                <a:off x="623392" y="885246"/>
                <a:ext cx="2880320" cy="0"/>
              </a:xfrm>
              <a:prstGeom prst="line">
                <a:avLst/>
              </a:prstGeom>
              <a:noFill/>
              <a:ln w="28575" cap="flat" cmpd="sng" algn="ctr">
                <a:gradFill flip="none" rotWithShape="1">
                  <a:gsLst>
                    <a:gs pos="0">
                      <a:srgbClr val="961318"/>
                    </a:gs>
                    <a:gs pos="81000">
                      <a:srgbClr val="961318">
                        <a:alpha val="20000"/>
                      </a:srgbClr>
                    </a:gs>
                    <a:gs pos="100000">
                      <a:srgbClr val="961318">
                        <a:alpha val="0"/>
                      </a:srgbClr>
                    </a:gs>
                  </a:gsLst>
                  <a:lin ang="0" scaled="1"/>
                  <a:tileRect/>
                </a:gradFill>
                <a:prstDash val="solid"/>
              </a:ln>
              <a:effectLst/>
            </p:spPr>
          </p:cxnSp>
        </p:grpSp>
      </p:grp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1137285" y="4567555"/>
            <a:ext cx="728980" cy="727710"/>
            <a:chOff x="-1090613" y="612775"/>
            <a:chExt cx="5661244" cy="5268912"/>
          </a:xfrm>
          <a:solidFill>
            <a:srgbClr val="C00000"/>
          </a:solidFill>
        </p:grpSpPr>
        <p:sp>
          <p:nvSpPr>
            <p:cNvPr id="3" name="Freeform 1241"/>
            <p:cNvSpPr>
              <a:spLocks noEditPoints="1"/>
            </p:cNvSpPr>
            <p:nvPr>
              <p:custDataLst>
                <p:tags r:id="rId10"/>
              </p:custDataLst>
            </p:nvPr>
          </p:nvSpPr>
          <p:spPr bwMode="auto">
            <a:xfrm>
              <a:off x="-1090613" y="612775"/>
              <a:ext cx="5359400" cy="5268912"/>
            </a:xfrm>
            <a:custGeom>
              <a:avLst/>
              <a:gdLst>
                <a:gd name="T0" fmla="*/ 296 w 592"/>
                <a:gd name="T1" fmla="*/ 582 h 582"/>
                <a:gd name="T2" fmla="*/ 258 w 592"/>
                <a:gd name="T3" fmla="*/ 566 h 582"/>
                <a:gd name="T4" fmla="*/ 21 w 592"/>
                <a:gd name="T5" fmla="*/ 329 h 582"/>
                <a:gd name="T6" fmla="*/ 21 w 592"/>
                <a:gd name="T7" fmla="*/ 252 h 582"/>
                <a:gd name="T8" fmla="*/ 258 w 592"/>
                <a:gd name="T9" fmla="*/ 16 h 582"/>
                <a:gd name="T10" fmla="*/ 296 w 592"/>
                <a:gd name="T11" fmla="*/ 0 h 582"/>
                <a:gd name="T12" fmla="*/ 334 w 592"/>
                <a:gd name="T13" fmla="*/ 16 h 582"/>
                <a:gd name="T14" fmla="*/ 571 w 592"/>
                <a:gd name="T15" fmla="*/ 252 h 582"/>
                <a:gd name="T16" fmla="*/ 571 w 592"/>
                <a:gd name="T17" fmla="*/ 329 h 582"/>
                <a:gd name="T18" fmla="*/ 334 w 592"/>
                <a:gd name="T19" fmla="*/ 566 h 582"/>
                <a:gd name="T20" fmla="*/ 296 w 592"/>
                <a:gd name="T21" fmla="*/ 582 h 582"/>
                <a:gd name="T22" fmla="*/ 296 w 592"/>
                <a:gd name="T23" fmla="*/ 10 h 582"/>
                <a:gd name="T24" fmla="*/ 265 w 592"/>
                <a:gd name="T25" fmla="*/ 23 h 582"/>
                <a:gd name="T26" fmla="*/ 28 w 592"/>
                <a:gd name="T27" fmla="*/ 259 h 582"/>
                <a:gd name="T28" fmla="*/ 28 w 592"/>
                <a:gd name="T29" fmla="*/ 322 h 582"/>
                <a:gd name="T30" fmla="*/ 265 w 592"/>
                <a:gd name="T31" fmla="*/ 559 h 582"/>
                <a:gd name="T32" fmla="*/ 296 w 592"/>
                <a:gd name="T33" fmla="*/ 572 h 582"/>
                <a:gd name="T34" fmla="*/ 327 w 592"/>
                <a:gd name="T35" fmla="*/ 559 h 582"/>
                <a:gd name="T36" fmla="*/ 564 w 592"/>
                <a:gd name="T37" fmla="*/ 322 h 582"/>
                <a:gd name="T38" fmla="*/ 564 w 592"/>
                <a:gd name="T39" fmla="*/ 259 h 582"/>
                <a:gd name="T40" fmla="*/ 327 w 592"/>
                <a:gd name="T41" fmla="*/ 23 h 582"/>
                <a:gd name="T42" fmla="*/ 296 w 592"/>
                <a:gd name="T43" fmla="*/ 1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2" h="582">
                  <a:moveTo>
                    <a:pt x="296" y="582"/>
                  </a:moveTo>
                  <a:cubicBezTo>
                    <a:pt x="282" y="582"/>
                    <a:pt x="268" y="576"/>
                    <a:pt x="258" y="566"/>
                  </a:cubicBezTo>
                  <a:cubicBezTo>
                    <a:pt x="21" y="329"/>
                    <a:pt x="21" y="329"/>
                    <a:pt x="21" y="329"/>
                  </a:cubicBezTo>
                  <a:cubicBezTo>
                    <a:pt x="0" y="308"/>
                    <a:pt x="0" y="274"/>
                    <a:pt x="21" y="252"/>
                  </a:cubicBezTo>
                  <a:cubicBezTo>
                    <a:pt x="258" y="16"/>
                    <a:pt x="258" y="16"/>
                    <a:pt x="258" y="16"/>
                  </a:cubicBezTo>
                  <a:cubicBezTo>
                    <a:pt x="268" y="5"/>
                    <a:pt x="282" y="0"/>
                    <a:pt x="296" y="0"/>
                  </a:cubicBezTo>
                  <a:cubicBezTo>
                    <a:pt x="311" y="0"/>
                    <a:pt x="324" y="5"/>
                    <a:pt x="334" y="16"/>
                  </a:cubicBezTo>
                  <a:cubicBezTo>
                    <a:pt x="571" y="252"/>
                    <a:pt x="571" y="252"/>
                    <a:pt x="571" y="252"/>
                  </a:cubicBezTo>
                  <a:cubicBezTo>
                    <a:pt x="592" y="274"/>
                    <a:pt x="592" y="308"/>
                    <a:pt x="571" y="329"/>
                  </a:cubicBezTo>
                  <a:cubicBezTo>
                    <a:pt x="334" y="566"/>
                    <a:pt x="334" y="566"/>
                    <a:pt x="334" y="566"/>
                  </a:cubicBezTo>
                  <a:cubicBezTo>
                    <a:pt x="324" y="576"/>
                    <a:pt x="311" y="582"/>
                    <a:pt x="296" y="582"/>
                  </a:cubicBezTo>
                  <a:close/>
                  <a:moveTo>
                    <a:pt x="296" y="10"/>
                  </a:moveTo>
                  <a:cubicBezTo>
                    <a:pt x="284" y="10"/>
                    <a:pt x="273" y="14"/>
                    <a:pt x="265" y="23"/>
                  </a:cubicBezTo>
                  <a:cubicBezTo>
                    <a:pt x="28" y="259"/>
                    <a:pt x="28" y="259"/>
                    <a:pt x="28" y="259"/>
                  </a:cubicBezTo>
                  <a:cubicBezTo>
                    <a:pt x="11" y="277"/>
                    <a:pt x="11" y="305"/>
                    <a:pt x="28" y="322"/>
                  </a:cubicBezTo>
                  <a:cubicBezTo>
                    <a:pt x="265" y="559"/>
                    <a:pt x="265" y="559"/>
                    <a:pt x="265" y="559"/>
                  </a:cubicBezTo>
                  <a:cubicBezTo>
                    <a:pt x="273" y="567"/>
                    <a:pt x="284" y="572"/>
                    <a:pt x="296" y="572"/>
                  </a:cubicBezTo>
                  <a:cubicBezTo>
                    <a:pt x="308" y="572"/>
                    <a:pt x="319" y="567"/>
                    <a:pt x="327" y="559"/>
                  </a:cubicBezTo>
                  <a:cubicBezTo>
                    <a:pt x="564" y="322"/>
                    <a:pt x="564" y="322"/>
                    <a:pt x="564" y="322"/>
                  </a:cubicBezTo>
                  <a:cubicBezTo>
                    <a:pt x="581" y="305"/>
                    <a:pt x="581" y="277"/>
                    <a:pt x="564" y="259"/>
                  </a:cubicBezTo>
                  <a:cubicBezTo>
                    <a:pt x="327" y="23"/>
                    <a:pt x="327" y="23"/>
                    <a:pt x="327" y="23"/>
                  </a:cubicBezTo>
                  <a:cubicBezTo>
                    <a:pt x="319" y="14"/>
                    <a:pt x="308" y="10"/>
                    <a:pt x="296" y="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  <p:sp>
          <p:nvSpPr>
            <p:cNvPr id="4" name="Freeform 1234"/>
            <p:cNvSpPr/>
            <p:nvPr>
              <p:custDataLst>
                <p:tags r:id="rId11"/>
              </p:custDataLst>
            </p:nvPr>
          </p:nvSpPr>
          <p:spPr bwMode="auto">
            <a:xfrm>
              <a:off x="-439065" y="612775"/>
              <a:ext cx="5009696" cy="5017704"/>
            </a:xfrm>
            <a:custGeom>
              <a:avLst/>
              <a:gdLst>
                <a:gd name="T0" fmla="*/ 634 w 1132"/>
                <a:gd name="T1" fmla="*/ 1095 h 1133"/>
                <a:gd name="T2" fmla="*/ 498 w 1132"/>
                <a:gd name="T3" fmla="*/ 1095 h 1133"/>
                <a:gd name="T4" fmla="*/ 37 w 1132"/>
                <a:gd name="T5" fmla="*/ 634 h 1133"/>
                <a:gd name="T6" fmla="*/ 37 w 1132"/>
                <a:gd name="T7" fmla="*/ 499 h 1133"/>
                <a:gd name="T8" fmla="*/ 498 w 1132"/>
                <a:gd name="T9" fmla="*/ 38 h 1133"/>
                <a:gd name="T10" fmla="*/ 634 w 1132"/>
                <a:gd name="T11" fmla="*/ 38 h 1133"/>
                <a:gd name="T12" fmla="*/ 1095 w 1132"/>
                <a:gd name="T13" fmla="*/ 499 h 1133"/>
                <a:gd name="T14" fmla="*/ 1095 w 1132"/>
                <a:gd name="T15" fmla="*/ 634 h 1133"/>
                <a:gd name="T16" fmla="*/ 634 w 1132"/>
                <a:gd name="T17" fmla="*/ 1095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132" h="1133">
                  <a:moveTo>
                    <a:pt x="634" y="1095"/>
                  </a:moveTo>
                  <a:cubicBezTo>
                    <a:pt x="596" y="1133"/>
                    <a:pt x="536" y="1133"/>
                    <a:pt x="498" y="1095"/>
                  </a:cubicBezTo>
                  <a:cubicBezTo>
                    <a:pt x="37" y="634"/>
                    <a:pt x="37" y="634"/>
                    <a:pt x="37" y="634"/>
                  </a:cubicBezTo>
                  <a:cubicBezTo>
                    <a:pt x="0" y="597"/>
                    <a:pt x="0" y="536"/>
                    <a:pt x="37" y="499"/>
                  </a:cubicBezTo>
                  <a:cubicBezTo>
                    <a:pt x="498" y="38"/>
                    <a:pt x="498" y="38"/>
                    <a:pt x="498" y="38"/>
                  </a:cubicBezTo>
                  <a:cubicBezTo>
                    <a:pt x="536" y="0"/>
                    <a:pt x="596" y="0"/>
                    <a:pt x="634" y="38"/>
                  </a:cubicBezTo>
                  <a:cubicBezTo>
                    <a:pt x="1095" y="499"/>
                    <a:pt x="1095" y="499"/>
                    <a:pt x="1095" y="499"/>
                  </a:cubicBezTo>
                  <a:cubicBezTo>
                    <a:pt x="1132" y="536"/>
                    <a:pt x="1132" y="597"/>
                    <a:pt x="1095" y="634"/>
                  </a:cubicBezTo>
                  <a:lnTo>
                    <a:pt x="634" y="10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0" tIns="34290" rIns="68580" bIns="34290" numCol="1" anchor="t" anchorCtr="0" compatLnSpc="1"/>
            <a:lstStyle/>
            <a:p>
              <a:endParaRPr lang="zh-CN" altLang="en-US" sz="1350">
                <a:cs typeface="+mn-ea"/>
                <a:sym typeface="+mn-lt"/>
              </a:endParaRPr>
            </a:p>
          </p:txBody>
        </p:sp>
      </p:grpSp>
      <p:sp>
        <p:nvSpPr>
          <p:cNvPr id="5" name="矩形 4"/>
          <p:cNvSpPr/>
          <p:nvPr>
            <p:custDataLst>
              <p:tags r:id="rId9"/>
            </p:custDataLst>
          </p:nvPr>
        </p:nvSpPr>
        <p:spPr>
          <a:xfrm>
            <a:off x="1221105" y="4662170"/>
            <a:ext cx="765175" cy="5219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0</a:t>
            </a:r>
            <a:r>
              <a:rPr lang="en-US" altLang="zh-CN" sz="2400" dirty="0">
                <a:solidFill>
                  <a:schemeClr val="bg1"/>
                </a:solidFill>
                <a:latin typeface="思源黑体 Regular" panose="020B0500000000000000" charset="-122"/>
                <a:ea typeface="思源黑体 Regular" panose="020B0500000000000000" charset="-122"/>
                <a:cs typeface="思源黑体 Regular" panose="020B0500000000000000" charset="-122"/>
                <a:sym typeface="+mn-lt"/>
              </a:rPr>
              <a:t>3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933575" y="4445000"/>
            <a:ext cx="9245600" cy="108394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2800" dirty="0">
                <a:latin typeface="宋体" pitchFamily="2" charset="-122"/>
                <a:ea typeface="宋体" pitchFamily="2" charset="-122"/>
                <a:cs typeface="宋体" pitchFamily="2" charset="-122"/>
              </a:rPr>
              <a:t>让 </a:t>
            </a:r>
            <a:r>
              <a:rPr lang="en-US" altLang="zh-CN" sz="2800" dirty="0">
                <a:latin typeface="宋体" pitchFamily="2" charset="-122"/>
                <a:ea typeface="宋体" pitchFamily="2" charset="-122"/>
                <a:cs typeface="宋体" pitchFamily="2" charset="-122"/>
              </a:rPr>
              <a:t>GUI </a:t>
            </a:r>
            <a:r>
              <a:rPr lang="zh-CN" altLang="en-US" sz="2800" dirty="0">
                <a:latin typeface="宋体" pitchFamily="2" charset="-122"/>
                <a:ea typeface="宋体" pitchFamily="2" charset="-122"/>
                <a:cs typeface="宋体" pitchFamily="2" charset="-122"/>
              </a:rPr>
              <a:t>智能体评测从「默认任务独立」走向「承认任务会互相影响」，让成功率数字更可信。</a:t>
            </a:r>
            <a:endParaRPr lang="zh-CN" altLang="en-US" sz="2800" dirty="0">
              <a:highlight>
                <a:srgbClr val="FFFF00"/>
              </a:highlight>
              <a:latin typeface="宋体" pitchFamily="2" charset="-122"/>
              <a:ea typeface="宋体" pitchFamily="2" charset="-122"/>
              <a:cs typeface="宋体" pitchFamily="2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698750" y="874395"/>
            <a:ext cx="6264275" cy="965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sz="4400" b="1" dirty="0">
                <a:solidFill>
                  <a:srgbClr val="C00000"/>
                </a:solidFill>
                <a:latin typeface="宋体" pitchFamily="2" charset="-122"/>
                <a:ea typeface="宋体" pitchFamily="2" charset="-122"/>
                <a:sym typeface="+mn-ea"/>
              </a:rPr>
              <a:t>总结</a:t>
            </a:r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5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6388" y="6420418"/>
            <a:ext cx="2752321" cy="366562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10001119" y="183711"/>
            <a:ext cx="1964493" cy="708062"/>
            <a:chOff x="4246274" y="-10895"/>
            <a:chExt cx="3940182" cy="1420161"/>
          </a:xfrm>
        </p:grpSpPr>
        <p:grpSp>
          <p:nvGrpSpPr>
            <p:cNvPr id="29" name="组合 28"/>
            <p:cNvGrpSpPr/>
            <p:nvPr/>
          </p:nvGrpSpPr>
          <p:grpSpPr>
            <a:xfrm>
              <a:off x="4246274" y="-10895"/>
              <a:ext cx="3940181" cy="1400681"/>
              <a:chOff x="6547903" y="954561"/>
              <a:chExt cx="5069293" cy="1802069"/>
            </a:xfrm>
          </p:grpSpPr>
          <p:pic>
            <p:nvPicPr>
              <p:cNvPr id="31" name="图片 30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47903" y="985519"/>
                <a:ext cx="1771106" cy="1771111"/>
              </a:xfrm>
              <a:prstGeom prst="rect">
                <a:avLst/>
              </a:prstGeom>
            </p:spPr>
          </p:pic>
          <p:pic>
            <p:nvPicPr>
              <p:cNvPr id="32" name="图片 31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8270228" y="954561"/>
                <a:ext cx="3346968" cy="1271930"/>
              </a:xfrm>
              <a:prstGeom prst="rect">
                <a:avLst/>
              </a:prstGeom>
            </p:spPr>
          </p:pic>
        </p:grpSp>
        <p:sp>
          <p:nvSpPr>
            <p:cNvPr id="30" name="矩形 29"/>
            <p:cNvSpPr/>
            <p:nvPr/>
          </p:nvSpPr>
          <p:spPr>
            <a:xfrm>
              <a:off x="5622894" y="915420"/>
              <a:ext cx="2563562" cy="49384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dist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宋体" pitchFamily="2" charset="-122"/>
                  <a:cs typeface="+mn-cs"/>
                </a:rPr>
                <a:t>FUDAN UNIVERSITY</a:t>
              </a: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0" y="140728"/>
            <a:ext cx="3575720" cy="838986"/>
            <a:chOff x="0" y="260648"/>
            <a:chExt cx="3575720" cy="838986"/>
          </a:xfrm>
        </p:grpSpPr>
        <p:sp>
          <p:nvSpPr>
            <p:cNvPr id="7" name="矩形 6"/>
            <p:cNvSpPr/>
            <p:nvPr/>
          </p:nvSpPr>
          <p:spPr>
            <a:xfrm>
              <a:off x="0" y="307546"/>
              <a:ext cx="551384" cy="792088"/>
            </a:xfrm>
            <a:prstGeom prst="rect">
              <a:avLst/>
            </a:prstGeom>
            <a:solidFill>
              <a:srgbClr val="961318"/>
            </a:solidFill>
            <a:ln w="25400" cap="flat" cmpd="sng" algn="ctr">
              <a:solidFill>
                <a:srgbClr val="961318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endParaRPr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695400" y="260648"/>
              <a:ext cx="2880320" cy="574366"/>
              <a:chOff x="623392" y="310880"/>
              <a:chExt cx="2880320" cy="574366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623392" y="310880"/>
                <a:ext cx="162736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2800" b="1" kern="0" dirty="0">
                    <a:solidFill>
                      <a:prstClr val="black"/>
                    </a:solidFill>
                    <a:latin typeface="Times New Roman" panose="02020503050405090304" charset="0"/>
                    <a:ea typeface="宋体" pitchFamily="2" charset="-122"/>
                    <a:cs typeface="Times New Roman" panose="02020503050405090304" charset="0"/>
                  </a:rPr>
                  <a:t>参考文献</a:t>
                </a:r>
                <a:endParaRPr kumimoji="0" lang="zh-CN" altLang="en-US" sz="2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503050405090304" charset="0"/>
                  <a:ea typeface="宋体" pitchFamily="2" charset="-122"/>
                  <a:cs typeface="Times New Roman" panose="02020503050405090304" charset="0"/>
                </a:endParaRPr>
              </a:p>
            </p:txBody>
          </p:sp>
          <p:cxnSp>
            <p:nvCxnSpPr>
              <p:cNvPr id="14" name="直接连接符 13"/>
              <p:cNvCxnSpPr/>
              <p:nvPr/>
            </p:nvCxnSpPr>
            <p:spPr>
              <a:xfrm>
                <a:off x="623392" y="885246"/>
                <a:ext cx="2880320" cy="0"/>
              </a:xfrm>
              <a:prstGeom prst="line">
                <a:avLst/>
              </a:prstGeom>
              <a:noFill/>
              <a:ln w="28575" cap="flat" cmpd="sng" algn="ctr">
                <a:gradFill flip="none" rotWithShape="1">
                  <a:gsLst>
                    <a:gs pos="0">
                      <a:srgbClr val="961318"/>
                    </a:gs>
                    <a:gs pos="81000">
                      <a:srgbClr val="961318">
                        <a:alpha val="20000"/>
                      </a:srgbClr>
                    </a:gs>
                    <a:gs pos="100000">
                      <a:srgbClr val="961318">
                        <a:alpha val="0"/>
                      </a:srgbClr>
                    </a:gs>
                  </a:gsLst>
                  <a:lin ang="0" scaled="1"/>
                  <a:tileRect/>
                </a:gradFill>
                <a:prstDash val="solid"/>
              </a:ln>
              <a:effectLst/>
            </p:spPr>
          </p:cxnSp>
        </p:grpSp>
      </p:grpSp>
      <p:sp>
        <p:nvSpPr>
          <p:cNvPr id="3" name="文本框 2"/>
          <p:cNvSpPr txBox="1"/>
          <p:nvPr/>
        </p:nvSpPr>
        <p:spPr>
          <a:xfrm>
            <a:off x="695400" y="1083945"/>
            <a:ext cx="10265410" cy="46901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charset="0"/>
              <a:buChar char="l"/>
            </a:pP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Hong W, Wang W, Jin Q, et al. </a:t>
            </a:r>
            <a:r>
              <a:rPr lang="en-US" altLang="zh-CN" sz="2400" b="1" dirty="0" err="1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CogAgent</a:t>
            </a: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: A Visual Language Model for GUI Agents[C]. Advances in Neural Information Processing Systems (</a:t>
            </a:r>
            <a:r>
              <a:rPr lang="en-US" altLang="zh-CN" sz="2400" b="1" dirty="0" err="1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NeurIPS</a:t>
            </a: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), 2024.</a:t>
            </a:r>
          </a:p>
          <a:p>
            <a:pPr marL="342900" indent="-342900">
              <a:spcAft>
                <a:spcPts val="600"/>
              </a:spcAft>
              <a:buFont typeface="Wingdings" panose="05000000000000000000" charset="0"/>
              <a:buChar char="l"/>
            </a:pP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Rawles C, Li A, Rodríguez D, et al. Android in the Wild: A Large-Scale Dataset for Android Device Control[C]. Advances in Neural Information Processing Systems (</a:t>
            </a:r>
            <a:r>
              <a:rPr lang="en-US" altLang="zh-CN" sz="2400" b="1" dirty="0" err="1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NeurIPS</a:t>
            </a: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) Datasets and Benchmarks Track, 2023.</a:t>
            </a:r>
          </a:p>
          <a:p>
            <a:pPr marL="342900" indent="-342900">
              <a:spcAft>
                <a:spcPts val="600"/>
              </a:spcAft>
              <a:buFont typeface="Wingdings" panose="05000000000000000000" charset="0"/>
              <a:buChar char="l"/>
            </a:pP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Feng Y, Zhang X, et al. </a:t>
            </a:r>
            <a:r>
              <a:rPr lang="en-US" altLang="zh-CN" sz="2400" b="1" dirty="0" err="1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MobileBench</a:t>
            </a: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-OL: A Comprehensive Chinese Benchmark for Evaluating Mobile GUI Agents in Real-World Environment[C]. Findings of the Association for Computational Linguistics (ACL), 2026.</a:t>
            </a:r>
          </a:p>
          <a:p>
            <a:pPr marL="342900" indent="-342900">
              <a:spcAft>
                <a:spcPts val="600"/>
              </a:spcAft>
              <a:buFont typeface="Wingdings" panose="05000000000000000000" charset="0"/>
              <a:buChar char="l"/>
            </a:pPr>
            <a:r>
              <a:rPr lang="en-US" altLang="zh-CN" sz="2400" b="1" dirty="0">
                <a:latin typeface="Times New Roman" panose="02020503050405090304" charset="0"/>
                <a:ea typeface="宋体" pitchFamily="2" charset="-122"/>
                <a:cs typeface="Times New Roman" panose="02020503050405090304" charset="0"/>
                <a:sym typeface="+mn-ea"/>
              </a:rPr>
              <a:t>Zhao M, Li J, et al. UI-TARS: A Visual Language Agent for General GUI Understanding and Interaction[C]. International Conference on Learning Representations (ICLR), 2025.</a:t>
            </a: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  <a:sym typeface="+mn-ea"/>
            </a:endParaRPr>
          </a:p>
          <a:p>
            <a:pPr marL="342900" indent="-342900" algn="l" fontAlgn="auto">
              <a:spcAft>
                <a:spcPts val="600"/>
              </a:spcAft>
              <a:buClrTx/>
              <a:buSzTx/>
              <a:buFont typeface="Wingdings" panose="05000000000000000000" charset="0"/>
              <a:buChar char="l"/>
            </a:pP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  <a:sym typeface="+mn-ea"/>
            </a:endParaRPr>
          </a:p>
          <a:p>
            <a:pPr marL="342900" indent="-342900" algn="l" fontAlgn="auto">
              <a:spcAft>
                <a:spcPts val="600"/>
              </a:spcAft>
              <a:buClrTx/>
              <a:buSzTx/>
              <a:buFont typeface="Wingdings" panose="05000000000000000000" charset="0"/>
              <a:buChar char="l"/>
            </a:pPr>
            <a:endParaRPr lang="zh-CN" altLang="en-US" sz="2200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342900" indent="-342900" algn="l" fontAlgn="auto"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extLst>
                <a:ext uri="{35155182-B16C-46BC-9424-99874614C6A1}">
                  <wpsdc:indentchars xmlns="" xmlns:wpsdc="http://www.wps.cn/officeDocument/2017/drawingmlCustomData" val="200" checksum="1956455923"/>
                </a:ext>
              </a:extLst>
            </a:pPr>
            <a:endParaRPr lang="zh-CN" altLang="en-US" sz="2200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342900" indent="-342900" algn="l" fontAlgn="auto">
              <a:spcAft>
                <a:spcPts val="600"/>
              </a:spcAft>
              <a:buClrTx/>
              <a:buSzTx/>
              <a:buFont typeface="Wingdings" panose="05000000000000000000" charset="0"/>
              <a:buChar char="l"/>
            </a:pPr>
            <a:endParaRPr lang="zh-CN" altLang="en-US" sz="2400" b="1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</a:endParaRPr>
          </a:p>
          <a:p>
            <a:pPr marL="342900" lvl="0" indent="-342900" algn="l" fontAlgn="auto">
              <a:spcAft>
                <a:spcPts val="600"/>
              </a:spcAft>
              <a:buClrTx/>
              <a:buSzTx/>
              <a:buFont typeface="Wingdings" panose="05000000000000000000" charset="0"/>
              <a:buChar char="l"/>
            </a:pPr>
            <a:endParaRPr lang="zh-CN" altLang="en-US" sz="2200" dirty="0">
              <a:latin typeface="Times New Roman" panose="02020503050405090304" charset="0"/>
              <a:ea typeface="宋体" pitchFamily="2" charset="-122"/>
              <a:cs typeface="Times New Roman" panose="02020503050405090304" charset="0"/>
              <a:sym typeface="+mn-ea"/>
            </a:endParaRPr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40" b="14761"/>
          <a:stretch>
            <a:fillRect/>
          </a:stretch>
        </p:blipFill>
        <p:spPr>
          <a:xfrm>
            <a:off x="0" y="0"/>
            <a:ext cx="12192000" cy="3684917"/>
          </a:xfrm>
          <a:prstGeom prst="rect">
            <a:avLst/>
          </a:prstGeom>
          <a:blipFill>
            <a:blip r:embed="rId5"/>
            <a:tile tx="0" ty="0" sx="100000" sy="100000" flip="none" algn="tl"/>
          </a:blipFill>
        </p:spPr>
      </p:pic>
      <p:cxnSp>
        <p:nvCxnSpPr>
          <p:cNvPr id="5" name="直接连接符 4"/>
          <p:cNvCxnSpPr/>
          <p:nvPr/>
        </p:nvCxnSpPr>
        <p:spPr>
          <a:xfrm>
            <a:off x="4058745" y="5686961"/>
            <a:ext cx="4664710" cy="0"/>
          </a:xfrm>
          <a:prstGeom prst="line">
            <a:avLst/>
          </a:prstGeom>
          <a:noFill/>
          <a:ln w="12700" cap="flat" cmpd="sng" algn="ctr">
            <a:gradFill flip="none" rotWithShape="1">
              <a:gsLst>
                <a:gs pos="0">
                  <a:srgbClr val="961318"/>
                </a:gs>
                <a:gs pos="60000">
                  <a:srgbClr val="961318">
                    <a:alpha val="40000"/>
                  </a:srgbClr>
                </a:gs>
                <a:gs pos="92000">
                  <a:srgbClr val="961318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</p:cxnSp>
      <p:sp>
        <p:nvSpPr>
          <p:cNvPr id="16" name="椭圆 15"/>
          <p:cNvSpPr/>
          <p:nvPr/>
        </p:nvSpPr>
        <p:spPr>
          <a:xfrm>
            <a:off x="5271207" y="2457000"/>
            <a:ext cx="1572746" cy="1572746"/>
          </a:xfrm>
          <a:prstGeom prst="ellipse">
            <a:avLst/>
          </a:prstGeom>
          <a:solidFill>
            <a:sysClr val="window" lastClr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90204"/>
              <a:ea typeface="等线" panose="02010600030101010101" charset="-122"/>
              <a:cs typeface="+mn-cs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93543" y="2479336"/>
            <a:ext cx="1528074" cy="1528074"/>
          </a:xfrm>
          <a:prstGeom prst="ellipse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147935" y="5059211"/>
            <a:ext cx="5576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Arial" panose="020B0604020202090204"/>
                <a:ea typeface="等线" panose="02010600030101010101" charset="-122"/>
                <a:cs typeface="+mn-cs"/>
              </a:rPr>
              <a:t>THANKS FOR YOUR LISTENING</a:t>
            </a:r>
            <a:r>
              <a:rPr kumimoji="0" lang="en-US" altLang="zh-CN" sz="1800" b="0" i="1" u="none" strike="noStrike" kern="1200" cap="none" spc="0" normalizeH="0" baseline="0" noProof="0" dirty="0">
                <a:ln>
                  <a:noFill/>
                </a:ln>
                <a:solidFill>
                  <a:srgbClr val="961318"/>
                </a:solidFill>
                <a:effectLst/>
                <a:uLnTx/>
                <a:uFillTx/>
                <a:latin typeface="Arial" panose="020B0604020202090204"/>
                <a:ea typeface="等线" panose="02010600030101010101" charset="-122"/>
                <a:cs typeface="+mn-cs"/>
              </a:rPr>
              <a:t>!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0" y="4128001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altLang="en-US" sz="4800" b="1" dirty="0">
                <a:solidFill>
                  <a:srgbClr val="961318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汇报结束  感谢聆听</a:t>
            </a:r>
            <a:r>
              <a:rPr lang="zh-CN" altLang="en-US" sz="4800" b="1" i="1" dirty="0">
                <a:solidFill>
                  <a:srgbClr val="961318"/>
                </a:solidFill>
                <a:latin typeface="思源宋体 Heavy" panose="02020900000000000000" pitchFamily="18" charset="-122"/>
                <a:ea typeface="思源宋体 Heavy" panose="02020900000000000000" pitchFamily="18" charset="-122"/>
              </a:rPr>
              <a:t>！</a:t>
            </a:r>
            <a:endParaRPr lang="zh-CN" altLang="en-US" sz="4800" b="1" dirty="0">
              <a:solidFill>
                <a:srgbClr val="961318"/>
              </a:solidFill>
              <a:latin typeface="思源宋体 Heavy" panose="02020900000000000000" pitchFamily="18" charset="-122"/>
              <a:ea typeface="思源宋体 Heavy" panose="02020900000000000000" pitchFamily="18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776730" y="5859780"/>
            <a:ext cx="2499360" cy="625475"/>
            <a:chOff x="1767755" y="5835880"/>
            <a:chExt cx="2273210" cy="463012"/>
          </a:xfrm>
        </p:grpSpPr>
        <p:sp>
          <p:nvSpPr>
            <p:cNvPr id="18" name="矩形: 圆角 6"/>
            <p:cNvSpPr/>
            <p:nvPr/>
          </p:nvSpPr>
          <p:spPr>
            <a:xfrm>
              <a:off x="1767755" y="5835880"/>
              <a:ext cx="2273210" cy="463012"/>
            </a:xfrm>
            <a:prstGeom prst="roundRect">
              <a:avLst>
                <a:gd name="adj" fmla="val 22153"/>
              </a:avLst>
            </a:prstGeom>
            <a:solidFill>
              <a:srgbClr val="96131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cs typeface="+mn-cs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824140" y="5931068"/>
              <a:ext cx="2160442" cy="2726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宋体" pitchFamily="2" charset="-122"/>
                  <a:ea typeface="宋体" pitchFamily="2" charset="-122"/>
                </a:rPr>
                <a:t>汇报人：</a:t>
              </a:r>
              <a:r>
                <a:rPr lang="zh-CN" altLang="en-US" kern="0" dirty="0">
                  <a:solidFill>
                    <a:prstClr val="white"/>
                  </a:solidFill>
                  <a:latin typeface="宋体" pitchFamily="2" charset="-122"/>
                  <a:ea typeface="宋体" pitchFamily="2" charset="-122"/>
                </a:rPr>
                <a:t>苏思源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itchFamily="2" charset="-122"/>
                <a:ea typeface="宋体" pitchFamily="2" charset="-122"/>
              </a:endParaRPr>
            </a:p>
          </p:txBody>
        </p:sp>
      </p:grpSp>
      <p:grpSp>
        <p:nvGrpSpPr>
          <p:cNvPr id="20" name="组合 19"/>
          <p:cNvGrpSpPr/>
          <p:nvPr/>
        </p:nvGrpSpPr>
        <p:grpSpPr>
          <a:xfrm>
            <a:off x="4772025" y="5859780"/>
            <a:ext cx="2805430" cy="625475"/>
            <a:chOff x="4873792" y="5835880"/>
            <a:chExt cx="2053147" cy="463012"/>
          </a:xfrm>
        </p:grpSpPr>
        <p:sp>
          <p:nvSpPr>
            <p:cNvPr id="21" name="矩形: 圆角 9"/>
            <p:cNvSpPr/>
            <p:nvPr/>
          </p:nvSpPr>
          <p:spPr>
            <a:xfrm>
              <a:off x="4985965" y="5835880"/>
              <a:ext cx="1828800" cy="463012"/>
            </a:xfrm>
            <a:prstGeom prst="roundRect">
              <a:avLst>
                <a:gd name="adj" fmla="val 22153"/>
              </a:avLst>
            </a:prstGeom>
            <a:solidFill>
              <a:srgbClr val="96131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cs typeface="+mn-cs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4873792" y="5930686"/>
              <a:ext cx="2053147" cy="27340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zh-CN"/>
              </a:defPPr>
              <a:lvl1pPr algn="ctr">
                <a:defRPr>
                  <a:solidFill>
                    <a:schemeClr val="bg1"/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宋体" pitchFamily="2" charset="-122"/>
                  <a:ea typeface="宋体" pitchFamily="2" charset="-122"/>
                </a:rPr>
                <a:t>指导教师：</a:t>
              </a:r>
              <a:r>
                <a:rPr lang="zh-CN" altLang="en-US" kern="0" dirty="0">
                  <a:solidFill>
                    <a:prstClr val="white"/>
                  </a:solidFill>
                  <a:latin typeface="宋体" pitchFamily="2" charset="-122"/>
                  <a:ea typeface="宋体" pitchFamily="2" charset="-122"/>
                </a:rPr>
                <a:t>周扬帆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宋体" pitchFamily="2" charset="-122"/>
                <a:ea typeface="宋体" pitchFamily="2" charset="-122"/>
              </a:endParaRP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8044180" y="5859780"/>
            <a:ext cx="2805430" cy="625475"/>
            <a:chOff x="8333639" y="5835880"/>
            <a:chExt cx="2552076" cy="463012"/>
          </a:xfrm>
        </p:grpSpPr>
        <p:sp>
          <p:nvSpPr>
            <p:cNvPr id="24" name="矩形: 圆角 13"/>
            <p:cNvSpPr/>
            <p:nvPr/>
          </p:nvSpPr>
          <p:spPr>
            <a:xfrm>
              <a:off x="8473071" y="5835880"/>
              <a:ext cx="2273210" cy="463012"/>
            </a:xfrm>
            <a:prstGeom prst="roundRect">
              <a:avLst>
                <a:gd name="adj" fmla="val 22153"/>
              </a:avLst>
            </a:prstGeom>
            <a:solidFill>
              <a:srgbClr val="96131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90204"/>
                <a:cs typeface="+mn-cs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333639" y="5931068"/>
              <a:ext cx="2552076" cy="2726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zh-CN"/>
              </a:defPPr>
              <a:lvl1pPr algn="ctr">
                <a:defRPr>
                  <a:solidFill>
                    <a:schemeClr val="bg1"/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宋体" pitchFamily="2" charset="-122"/>
                  <a:ea typeface="宋体" pitchFamily="2" charset="-122"/>
                </a:rPr>
                <a:t>日期：</a:t>
              </a:r>
              <a:r>
                <a:rPr kumimoji="0" lang="en-US" altLang="zh-CN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 Regular" panose="02020503050405090304" charset="0"/>
                  <a:cs typeface="Times New Roman Regular" panose="02020503050405090304" charset="0"/>
                </a:rPr>
                <a:t>2026-11-03</a:t>
              </a: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1.8874803149606,&quot;left&quot;:515.2996062992127,&quot;top&quot;:131.9912598425197,&quot;width&quot;:401.650393700787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4.65,&quot;left&quot;:412.95,&quot;top&quot;:76.65,&quot;width&quot;:454.4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4.65,&quot;left&quot;:412.95,&quot;top&quot;:76.65,&quot;width&quot;:454.4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4.65,&quot;left&quot;:412.95,&quot;top&quot;:76.65,&quot;width&quot;:454.4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4.65,&quot;left&quot;:412.95,&quot;top&quot;:76.65,&quot;width&quot;:454.4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4.65,&quot;left&quot;:412.95,&quot;top&quot;:76.65,&quot;width&quot;:454.4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4.65,&quot;left&quot;:412.95,&quot;top&quot;:76.65,&quot;width&quot;:454.4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DIAGRAM_VIRTUALLY_FRAME" val="{&quot;height&quot;:264.65,&quot;left&quot;:412.95,&quot;top&quot;:76.65,&quot;width&quot;:454.4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lang="zh-CN" altLang="en-US">
            <a:latin typeface="宋体" pitchFamily="2" charset="-122"/>
            <a:ea typeface="宋体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782</Words>
  <Application>Microsoft Office PowerPoint</Application>
  <PresentationFormat>宽屏</PresentationFormat>
  <Paragraphs>74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2" baseType="lpstr">
      <vt:lpstr>Times New Roman Regular</vt:lpstr>
      <vt:lpstr>等线</vt:lpstr>
      <vt:lpstr>等线 Light</vt:lpstr>
      <vt:lpstr>思源黑体 Regular</vt:lpstr>
      <vt:lpstr>思源宋体 Heavy</vt:lpstr>
      <vt:lpstr>宋体</vt:lpstr>
      <vt:lpstr>Arial</vt:lpstr>
      <vt:lpstr>Calibri</vt:lpstr>
      <vt:lpstr>Calibri Light</vt:lpstr>
      <vt:lpstr>Times New Roman</vt:lpstr>
      <vt:lpstr>Times New Roman Bold</vt:lpstr>
      <vt:lpstr>Wingdings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ASUS</dc:creator>
  <cp:lastModifiedBy>Si yuan Su</cp:lastModifiedBy>
  <cp:revision>158</cp:revision>
  <dcterms:created xsi:type="dcterms:W3CDTF">2026-10-19T07:48:14Z</dcterms:created>
  <dcterms:modified xsi:type="dcterms:W3CDTF">2026-10-22T07:12:14Z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0653BBCD3AE95A7F3B60CF6A4DD79342_43</vt:lpwstr>
  </property>
  <property fmtid="{D5CDD505-2E9C-101B-9397-08002B2CF9AE}" pid="3" name="KSOProductBuildVer">
    <vt:lpwstr>2052-12.1.23540.23540</vt:lpwstr>
  </property>
</Properties>
</file>