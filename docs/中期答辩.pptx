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4"/>
  </p:notesMasterIdLst>
  <p:handoutMasterIdLst>
    <p:handoutMasterId r:id="rId15"/>
  </p:handoutMasterIdLst>
  <p:sldIdLst>
    <p:sldId id="256" r:id="rId3"/>
    <p:sldId id="257" r:id="rId4"/>
    <p:sldId id="341" r:id="rId5"/>
    <p:sldId id="342" r:id="rId6"/>
    <p:sldId id="343" r:id="rId7"/>
    <p:sldId id="306" r:id="rId8"/>
    <p:sldId id="344" r:id="rId9"/>
    <p:sldId id="334" r:id="rId10"/>
    <p:sldId id="340" r:id="rId11"/>
    <p:sldId id="333" r:id="rId12"/>
    <p:sldId id="321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96131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55DF1B-60F3-45AF-B4BF-1A578CBFED81}" v="33" dt="2026-10-21T16:21:42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529" autoAdjust="0"/>
  </p:normalViewPr>
  <p:slideViewPr>
    <p:cSldViewPr snapToGrid="0">
      <p:cViewPr varScale="1">
        <p:scale>
          <a:sx n="74" d="100"/>
          <a:sy n="74" d="100"/>
        </p:scale>
        <p:origin x="81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 yuan Su" userId="2cfcdc676e2aca6c" providerId="LiveId" clId="{C1ACD4DA-A12D-42BE-A820-2B460457B918}"/>
    <pc:docChg chg="undo custSel delSld modSld">
      <pc:chgData name="Si yuan Su" userId="2cfcdc676e2aca6c" providerId="LiveId" clId="{C1ACD4DA-A12D-42BE-A820-2B460457B918}" dt="2026-10-21T16:21:52.350" v="283" actId="20577"/>
      <pc:docMkLst>
        <pc:docMk/>
      </pc:docMkLst>
      <pc:sldChg chg="modSp mod">
        <pc:chgData name="Si yuan Su" userId="2cfcdc676e2aca6c" providerId="LiveId" clId="{C1ACD4DA-A12D-42BE-A820-2B460457B918}" dt="2026-10-21T14:44:24.590" v="2" actId="20577"/>
        <pc:sldMkLst>
          <pc:docMk/>
          <pc:sldMk cId="0" sldId="257"/>
        </pc:sldMkLst>
        <pc:spChg chg="mod">
          <ac:chgData name="Si yuan Su" userId="2cfcdc676e2aca6c" providerId="LiveId" clId="{C1ACD4DA-A12D-42BE-A820-2B460457B918}" dt="2026-10-21T14:44:24.590" v="2" actId="20577"/>
          <ac:spMkLst>
            <pc:docMk/>
            <pc:sldMk cId="0" sldId="257"/>
            <ac:spMk id="13" creationId="{00000000-0000-0000-0000-000000000000}"/>
          </ac:spMkLst>
        </pc:spChg>
      </pc:sldChg>
      <pc:sldChg chg="addSp delSp modSp mod modNotesTx">
        <pc:chgData name="Si yuan Su" userId="2cfcdc676e2aca6c" providerId="LiveId" clId="{C1ACD4DA-A12D-42BE-A820-2B460457B918}" dt="2026-10-21T15:59:04.920" v="232" actId="207"/>
        <pc:sldMkLst>
          <pc:docMk/>
          <pc:sldMk cId="0" sldId="304"/>
        </pc:sldMkLst>
        <pc:spChg chg="mod">
          <ac:chgData name="Si yuan Su" userId="2cfcdc676e2aca6c" providerId="LiveId" clId="{C1ACD4DA-A12D-42BE-A820-2B460457B918}" dt="2026-10-21T15:56:13.982" v="179" actId="14100"/>
          <ac:spMkLst>
            <pc:docMk/>
            <pc:sldMk cId="0" sldId="304"/>
            <ac:spMk id="3" creationId="{00000000-0000-0000-0000-000000000000}"/>
          </ac:spMkLst>
        </pc:spChg>
        <pc:spChg chg="mod">
          <ac:chgData name="Si yuan Su" userId="2cfcdc676e2aca6c" providerId="LiveId" clId="{C1ACD4DA-A12D-42BE-A820-2B460457B918}" dt="2026-10-21T15:56:30.027" v="182" actId="14100"/>
          <ac:spMkLst>
            <pc:docMk/>
            <pc:sldMk cId="0" sldId="304"/>
            <ac:spMk id="5" creationId="{00000000-0000-0000-0000-000000000000}"/>
          </ac:spMkLst>
        </pc:spChg>
        <pc:spChg chg="del mod">
          <ac:chgData name="Si yuan Su" userId="2cfcdc676e2aca6c" providerId="LiveId" clId="{C1ACD4DA-A12D-42BE-A820-2B460457B918}" dt="2026-10-21T15:18:27.386" v="67" actId="478"/>
          <ac:spMkLst>
            <pc:docMk/>
            <pc:sldMk cId="0" sldId="304"/>
            <ac:spMk id="8" creationId="{00000000-0000-0000-0000-000000000000}"/>
          </ac:spMkLst>
        </pc:spChg>
        <pc:spChg chg="del mod">
          <ac:chgData name="Si yuan Su" userId="2cfcdc676e2aca6c" providerId="LiveId" clId="{C1ACD4DA-A12D-42BE-A820-2B460457B918}" dt="2026-10-21T15:18:25.140" v="65" actId="478"/>
          <ac:spMkLst>
            <pc:docMk/>
            <pc:sldMk cId="0" sldId="304"/>
            <ac:spMk id="10" creationId="{00000000-0000-0000-0000-000000000000}"/>
          </ac:spMkLst>
        </pc:spChg>
        <pc:spChg chg="mod">
          <ac:chgData name="Si yuan Su" userId="2cfcdc676e2aca6c" providerId="LiveId" clId="{C1ACD4DA-A12D-42BE-A820-2B460457B918}" dt="2026-10-21T15:53:55.750" v="138" actId="1076"/>
          <ac:spMkLst>
            <pc:docMk/>
            <pc:sldMk cId="0" sldId="304"/>
            <ac:spMk id="12" creationId="{00000000-0000-0000-0000-000000000000}"/>
          </ac:spMkLst>
        </pc:spChg>
        <pc:spChg chg="add del">
          <ac:chgData name="Si yuan Su" userId="2cfcdc676e2aca6c" providerId="LiveId" clId="{C1ACD4DA-A12D-42BE-A820-2B460457B918}" dt="2026-10-21T15:55:13.001" v="157" actId="22"/>
          <ac:spMkLst>
            <pc:docMk/>
            <pc:sldMk cId="0" sldId="304"/>
            <ac:spMk id="13" creationId="{2E160FCE-544D-5064-4362-B14CC730B171}"/>
          </ac:spMkLst>
        </pc:spChg>
        <pc:spChg chg="add mod">
          <ac:chgData name="Si yuan Su" userId="2cfcdc676e2aca6c" providerId="LiveId" clId="{C1ACD4DA-A12D-42BE-A820-2B460457B918}" dt="2026-10-21T15:55:56.902" v="176" actId="14100"/>
          <ac:spMkLst>
            <pc:docMk/>
            <pc:sldMk cId="0" sldId="304"/>
            <ac:spMk id="18" creationId="{DB1AF800-B4ED-AE8E-1617-E82A6C629D21}"/>
          </ac:spMkLst>
        </pc:spChg>
        <pc:spChg chg="add mod">
          <ac:chgData name="Si yuan Su" userId="2cfcdc676e2aca6c" providerId="LiveId" clId="{C1ACD4DA-A12D-42BE-A820-2B460457B918}" dt="2026-10-21T15:56:55.258" v="202" actId="2711"/>
          <ac:spMkLst>
            <pc:docMk/>
            <pc:sldMk cId="0" sldId="304"/>
            <ac:spMk id="20" creationId="{80A9A1E1-0B16-6064-3C8C-98040C89276E}"/>
          </ac:spMkLst>
        </pc:spChg>
        <pc:spChg chg="add mod">
          <ac:chgData name="Si yuan Su" userId="2cfcdc676e2aca6c" providerId="LiveId" clId="{C1ACD4DA-A12D-42BE-A820-2B460457B918}" dt="2026-10-21T15:57:18.747" v="215" actId="20577"/>
          <ac:spMkLst>
            <pc:docMk/>
            <pc:sldMk cId="0" sldId="304"/>
            <ac:spMk id="22" creationId="{9A2C126C-3274-33DD-B74B-3B565C68FC6B}"/>
          </ac:spMkLst>
        </pc:spChg>
        <pc:spChg chg="add mod">
          <ac:chgData name="Si yuan Su" userId="2cfcdc676e2aca6c" providerId="LiveId" clId="{C1ACD4DA-A12D-42BE-A820-2B460457B918}" dt="2026-10-21T15:59:04.920" v="232" actId="207"/>
          <ac:spMkLst>
            <pc:docMk/>
            <pc:sldMk cId="0" sldId="304"/>
            <ac:spMk id="24" creationId="{4F19C1DD-9ED9-1110-D50C-0C591E53A567}"/>
          </ac:spMkLst>
        </pc:spChg>
        <pc:spChg chg="add mod">
          <ac:chgData name="Si yuan Su" userId="2cfcdc676e2aca6c" providerId="LiveId" clId="{C1ACD4DA-A12D-42BE-A820-2B460457B918}" dt="2026-10-21T15:58:12.407" v="221"/>
          <ac:spMkLst>
            <pc:docMk/>
            <pc:sldMk cId="0" sldId="304"/>
            <ac:spMk id="26" creationId="{4F11CA8A-2468-A4A1-4205-7F9855C62EC7}"/>
          </ac:spMkLst>
        </pc:spChg>
        <pc:picChg chg="del mod">
          <ac:chgData name="Si yuan Su" userId="2cfcdc676e2aca6c" providerId="LiveId" clId="{C1ACD4DA-A12D-42BE-A820-2B460457B918}" dt="2026-10-21T15:18:22.504" v="63" actId="478"/>
          <ac:picMkLst>
            <pc:docMk/>
            <pc:sldMk cId="0" sldId="304"/>
            <ac:picMk id="6" creationId="{00000000-0000-0000-0000-000000000000}"/>
          </ac:picMkLst>
        </pc:picChg>
      </pc:sldChg>
      <pc:sldChg chg="addSp delSp modSp mod">
        <pc:chgData name="Si yuan Su" userId="2cfcdc676e2aca6c" providerId="LiveId" clId="{C1ACD4DA-A12D-42BE-A820-2B460457B918}" dt="2026-10-21T14:54:44.356" v="58" actId="20577"/>
        <pc:sldMkLst>
          <pc:docMk/>
          <pc:sldMk cId="0" sldId="306"/>
        </pc:sldMkLst>
        <pc:spChg chg="mod">
          <ac:chgData name="Si yuan Su" userId="2cfcdc676e2aca6c" providerId="LiveId" clId="{C1ACD4DA-A12D-42BE-A820-2B460457B918}" dt="2026-10-21T14:52:04.370" v="44"/>
          <ac:spMkLst>
            <pc:docMk/>
            <pc:sldMk cId="0" sldId="306"/>
            <ac:spMk id="4" creationId="{0BA57017-5434-9CA0-98DC-C300558DD544}"/>
          </ac:spMkLst>
        </pc:spChg>
        <pc:spChg chg="mod">
          <ac:chgData name="Si yuan Su" userId="2cfcdc676e2aca6c" providerId="LiveId" clId="{C1ACD4DA-A12D-42BE-A820-2B460457B918}" dt="2026-10-21T14:52:04.370" v="44"/>
          <ac:spMkLst>
            <pc:docMk/>
            <pc:sldMk cId="0" sldId="306"/>
            <ac:spMk id="5" creationId="{DCEB1B13-E8BC-F26D-18F1-328DE17E2749}"/>
          </ac:spMkLst>
        </pc:spChg>
        <pc:spChg chg="add mod">
          <ac:chgData name="Si yuan Su" userId="2cfcdc676e2aca6c" providerId="LiveId" clId="{C1ACD4DA-A12D-42BE-A820-2B460457B918}" dt="2026-10-21T14:52:04.370" v="44"/>
          <ac:spMkLst>
            <pc:docMk/>
            <pc:sldMk cId="0" sldId="306"/>
            <ac:spMk id="6" creationId="{4A9E8CF7-518A-DED6-DF2A-C45E5CBC496E}"/>
          </ac:spMkLst>
        </pc:spChg>
        <pc:spChg chg="add mod">
          <ac:chgData name="Si yuan Su" userId="2cfcdc676e2aca6c" providerId="LiveId" clId="{C1ACD4DA-A12D-42BE-A820-2B460457B918}" dt="2026-10-21T14:52:04.370" v="44"/>
          <ac:spMkLst>
            <pc:docMk/>
            <pc:sldMk cId="0" sldId="306"/>
            <ac:spMk id="7" creationId="{D1784DA3-A506-B43D-D7CB-B0D32E98F55C}"/>
          </ac:spMkLst>
        </pc:spChg>
        <pc:spChg chg="mod">
          <ac:chgData name="Si yuan Su" userId="2cfcdc676e2aca6c" providerId="LiveId" clId="{C1ACD4DA-A12D-42BE-A820-2B460457B918}" dt="2026-10-21T14:52:39.729" v="50" actId="14100"/>
          <ac:spMkLst>
            <pc:docMk/>
            <pc:sldMk cId="0" sldId="306"/>
            <ac:spMk id="10" creationId="{00000000-0000-0000-0000-000000000000}"/>
          </ac:spMkLst>
        </pc:spChg>
        <pc:spChg chg="mod">
          <ac:chgData name="Si yuan Su" userId="2cfcdc676e2aca6c" providerId="LiveId" clId="{C1ACD4DA-A12D-42BE-A820-2B460457B918}" dt="2026-10-21T14:52:04.370" v="44"/>
          <ac:spMkLst>
            <pc:docMk/>
            <pc:sldMk cId="0" sldId="306"/>
            <ac:spMk id="21" creationId="{BC60D1B2-5E93-53F7-E3EF-1B5565089D64}"/>
          </ac:spMkLst>
        </pc:spChg>
        <pc:spChg chg="del">
          <ac:chgData name="Si yuan Su" userId="2cfcdc676e2aca6c" providerId="LiveId" clId="{C1ACD4DA-A12D-42BE-A820-2B460457B918}" dt="2026-10-21T14:51:58.803" v="39" actId="478"/>
          <ac:spMkLst>
            <pc:docMk/>
            <pc:sldMk cId="0" sldId="306"/>
            <ac:spMk id="22" creationId="{00000000-0000-0000-0000-000000000000}"/>
          </ac:spMkLst>
        </pc:spChg>
        <pc:spChg chg="del">
          <ac:chgData name="Si yuan Su" userId="2cfcdc676e2aca6c" providerId="LiveId" clId="{C1ACD4DA-A12D-42BE-A820-2B460457B918}" dt="2026-10-21T14:51:58.803" v="39" actId="478"/>
          <ac:spMkLst>
            <pc:docMk/>
            <pc:sldMk cId="0" sldId="306"/>
            <ac:spMk id="23" creationId="{00000000-0000-0000-0000-000000000000}"/>
          </ac:spMkLst>
        </pc:spChg>
        <pc:spChg chg="del">
          <ac:chgData name="Si yuan Su" userId="2cfcdc676e2aca6c" providerId="LiveId" clId="{C1ACD4DA-A12D-42BE-A820-2B460457B918}" dt="2026-10-21T14:51:58.803" v="39" actId="478"/>
          <ac:spMkLst>
            <pc:docMk/>
            <pc:sldMk cId="0" sldId="306"/>
            <ac:spMk id="24" creationId="{00000000-0000-0000-0000-000000000000}"/>
          </ac:spMkLst>
        </pc:spChg>
        <pc:spChg chg="mod">
          <ac:chgData name="Si yuan Su" userId="2cfcdc676e2aca6c" providerId="LiveId" clId="{C1ACD4DA-A12D-42BE-A820-2B460457B918}" dt="2026-10-21T14:52:04.370" v="44"/>
          <ac:spMkLst>
            <pc:docMk/>
            <pc:sldMk cId="0" sldId="306"/>
            <ac:spMk id="25" creationId="{5B25A09E-EBEF-E772-2CBB-56B79706AAEA}"/>
          </ac:spMkLst>
        </pc:spChg>
        <pc:spChg chg="del">
          <ac:chgData name="Si yuan Su" userId="2cfcdc676e2aca6c" providerId="LiveId" clId="{C1ACD4DA-A12D-42BE-A820-2B460457B918}" dt="2026-10-21T14:51:58.803" v="39" actId="478"/>
          <ac:spMkLst>
            <pc:docMk/>
            <pc:sldMk cId="0" sldId="306"/>
            <ac:spMk id="26" creationId="{00000000-0000-0000-0000-000000000000}"/>
          </ac:spMkLst>
        </pc:spChg>
        <pc:spChg chg="del mod">
          <ac:chgData name="Si yuan Su" userId="2cfcdc676e2aca6c" providerId="LiveId" clId="{C1ACD4DA-A12D-42BE-A820-2B460457B918}" dt="2026-10-21T14:52:02.923" v="43" actId="478"/>
          <ac:spMkLst>
            <pc:docMk/>
            <pc:sldMk cId="0" sldId="306"/>
            <ac:spMk id="27" creationId="{00000000-0000-0000-0000-000000000000}"/>
          </ac:spMkLst>
        </pc:spChg>
        <pc:spChg chg="add mod">
          <ac:chgData name="Si yuan Su" userId="2cfcdc676e2aca6c" providerId="LiveId" clId="{C1ACD4DA-A12D-42BE-A820-2B460457B918}" dt="2026-10-21T14:52:04.370" v="44"/>
          <ac:spMkLst>
            <pc:docMk/>
            <pc:sldMk cId="0" sldId="306"/>
            <ac:spMk id="34" creationId="{18E31613-EE9E-3100-3DB5-34AD2285C963}"/>
          </ac:spMkLst>
        </pc:spChg>
        <pc:spChg chg="add mod">
          <ac:chgData name="Si yuan Su" userId="2cfcdc676e2aca6c" providerId="LiveId" clId="{C1ACD4DA-A12D-42BE-A820-2B460457B918}" dt="2026-10-21T14:54:21.949" v="53"/>
          <ac:spMkLst>
            <pc:docMk/>
            <pc:sldMk cId="0" sldId="306"/>
            <ac:spMk id="35" creationId="{5B8B5401-D7E9-7DDA-A02C-3D251CB1DA4E}"/>
          </ac:spMkLst>
        </pc:spChg>
        <pc:spChg chg="mod">
          <ac:chgData name="Si yuan Su" userId="2cfcdc676e2aca6c" providerId="LiveId" clId="{C1ACD4DA-A12D-42BE-A820-2B460457B918}" dt="2026-10-21T14:54:32.368" v="54"/>
          <ac:spMkLst>
            <pc:docMk/>
            <pc:sldMk cId="0" sldId="306"/>
            <ac:spMk id="36" creationId="{42D9C831-3B39-E7E1-801E-8B5B82072295}"/>
          </ac:spMkLst>
        </pc:spChg>
        <pc:spChg chg="mod">
          <ac:chgData name="Si yuan Su" userId="2cfcdc676e2aca6c" providerId="LiveId" clId="{C1ACD4DA-A12D-42BE-A820-2B460457B918}" dt="2026-10-21T14:52:04.370" v="44"/>
          <ac:spMkLst>
            <pc:docMk/>
            <pc:sldMk cId="0" sldId="306"/>
            <ac:spMk id="38" creationId="{BE814FD4-8878-F7C6-2B89-89D68AC5C024}"/>
          </ac:spMkLst>
        </pc:spChg>
        <pc:spChg chg="add mod">
          <ac:chgData name="Si yuan Su" userId="2cfcdc676e2aca6c" providerId="LiveId" clId="{C1ACD4DA-A12D-42BE-A820-2B460457B918}" dt="2026-10-21T14:54:44.356" v="58" actId="20577"/>
          <ac:spMkLst>
            <pc:docMk/>
            <pc:sldMk cId="0" sldId="306"/>
            <ac:spMk id="41" creationId="{68CFD9F4-219E-FF89-2D66-D88571C8B0B0}"/>
          </ac:spMkLst>
        </pc:spChg>
        <pc:grpChg chg="del">
          <ac:chgData name="Si yuan Su" userId="2cfcdc676e2aca6c" providerId="LiveId" clId="{C1ACD4DA-A12D-42BE-A820-2B460457B918}" dt="2026-10-21T14:52:00.738" v="41" actId="478"/>
          <ac:grpSpMkLst>
            <pc:docMk/>
            <pc:sldMk cId="0" sldId="306"/>
            <ac:grpSpMk id="14" creationId="{00000000-0000-0000-0000-000000000000}"/>
          </ac:grpSpMkLst>
        </pc:grpChg>
        <pc:grpChg chg="del">
          <ac:chgData name="Si yuan Su" userId="2cfcdc676e2aca6c" providerId="LiveId" clId="{C1ACD4DA-A12D-42BE-A820-2B460457B918}" dt="2026-10-21T14:52:00.146" v="40" actId="478"/>
          <ac:grpSpMkLst>
            <pc:docMk/>
            <pc:sldMk cId="0" sldId="306"/>
            <ac:grpSpMk id="15" creationId="{00000000-0000-0000-0000-000000000000}"/>
          </ac:grpSpMkLst>
        </pc:grpChg>
        <pc:picChg chg="add del">
          <ac:chgData name="Si yuan Su" userId="2cfcdc676e2aca6c" providerId="LiveId" clId="{C1ACD4DA-A12D-42BE-A820-2B460457B918}" dt="2026-10-21T14:52:43.897" v="52" actId="478"/>
          <ac:picMkLst>
            <pc:docMk/>
            <pc:sldMk cId="0" sldId="306"/>
            <ac:picMk id="13" creationId="{00000000-0000-0000-0000-000000000000}"/>
          </ac:picMkLst>
        </pc:picChg>
      </pc:sldChg>
      <pc:sldChg chg="del">
        <pc:chgData name="Si yuan Su" userId="2cfcdc676e2aca6c" providerId="LiveId" clId="{C1ACD4DA-A12D-42BE-A820-2B460457B918}" dt="2026-10-21T15:59:35.638" v="234" actId="47"/>
        <pc:sldMkLst>
          <pc:docMk/>
          <pc:sldMk cId="0" sldId="312"/>
        </pc:sldMkLst>
      </pc:sldChg>
      <pc:sldChg chg="modSp mod">
        <pc:chgData name="Si yuan Su" userId="2cfcdc676e2aca6c" providerId="LiveId" clId="{C1ACD4DA-A12D-42BE-A820-2B460457B918}" dt="2026-10-21T14:47:01.188" v="33" actId="20577"/>
        <pc:sldMkLst>
          <pc:docMk/>
          <pc:sldMk cId="0" sldId="321"/>
        </pc:sldMkLst>
        <pc:spChg chg="mod">
          <ac:chgData name="Si yuan Su" userId="2cfcdc676e2aca6c" providerId="LiveId" clId="{C1ACD4DA-A12D-42BE-A820-2B460457B918}" dt="2026-10-21T14:46:47.507" v="9"/>
          <ac:spMkLst>
            <pc:docMk/>
            <pc:sldMk cId="0" sldId="321"/>
            <ac:spMk id="19" creationId="{00000000-0000-0000-0000-000000000000}"/>
          </ac:spMkLst>
        </pc:spChg>
        <pc:spChg chg="mod">
          <ac:chgData name="Si yuan Su" userId="2cfcdc676e2aca6c" providerId="LiveId" clId="{C1ACD4DA-A12D-42BE-A820-2B460457B918}" dt="2026-10-21T14:46:53.235" v="25"/>
          <ac:spMkLst>
            <pc:docMk/>
            <pc:sldMk cId="0" sldId="321"/>
            <ac:spMk id="22" creationId="{00000000-0000-0000-0000-000000000000}"/>
          </ac:spMkLst>
        </pc:spChg>
        <pc:spChg chg="mod">
          <ac:chgData name="Si yuan Su" userId="2cfcdc676e2aca6c" providerId="LiveId" clId="{C1ACD4DA-A12D-42BE-A820-2B460457B918}" dt="2026-10-21T14:47:01.188" v="33" actId="20577"/>
          <ac:spMkLst>
            <pc:docMk/>
            <pc:sldMk cId="0" sldId="321"/>
            <ac:spMk id="25" creationId="{00000000-0000-0000-0000-000000000000}"/>
          </ac:spMkLst>
        </pc:spChg>
      </pc:sldChg>
      <pc:sldChg chg="del">
        <pc:chgData name="Si yuan Su" userId="2cfcdc676e2aca6c" providerId="LiveId" clId="{C1ACD4DA-A12D-42BE-A820-2B460457B918}" dt="2026-10-21T15:59:39.369" v="236" actId="47"/>
        <pc:sldMkLst>
          <pc:docMk/>
          <pc:sldMk cId="0" sldId="324"/>
        </pc:sldMkLst>
      </pc:sldChg>
      <pc:sldChg chg="del">
        <pc:chgData name="Si yuan Su" userId="2cfcdc676e2aca6c" providerId="LiveId" clId="{C1ACD4DA-A12D-42BE-A820-2B460457B918}" dt="2026-10-21T15:59:37.751" v="235" actId="47"/>
        <pc:sldMkLst>
          <pc:docMk/>
          <pc:sldMk cId="0" sldId="329"/>
        </pc:sldMkLst>
      </pc:sldChg>
      <pc:sldChg chg="del">
        <pc:chgData name="Si yuan Su" userId="2cfcdc676e2aca6c" providerId="LiveId" clId="{C1ACD4DA-A12D-42BE-A820-2B460457B918}" dt="2026-10-21T15:59:44.197" v="238" actId="47"/>
        <pc:sldMkLst>
          <pc:docMk/>
          <pc:sldMk cId="0" sldId="332"/>
        </pc:sldMkLst>
      </pc:sldChg>
      <pc:sldChg chg="modSp mod">
        <pc:chgData name="Si yuan Su" userId="2cfcdc676e2aca6c" providerId="LiveId" clId="{C1ACD4DA-A12D-42BE-A820-2B460457B918}" dt="2026-10-21T16:21:52.350" v="283" actId="20577"/>
        <pc:sldMkLst>
          <pc:docMk/>
          <pc:sldMk cId="0" sldId="333"/>
        </pc:sldMkLst>
        <pc:spChg chg="mod">
          <ac:chgData name="Si yuan Su" userId="2cfcdc676e2aca6c" providerId="LiveId" clId="{C1ACD4DA-A12D-42BE-A820-2B460457B918}" dt="2026-10-21T16:21:52.350" v="283" actId="20577"/>
          <ac:spMkLst>
            <pc:docMk/>
            <pc:sldMk cId="0" sldId="333"/>
            <ac:spMk id="3" creationId="{00000000-0000-0000-0000-000000000000}"/>
          </ac:spMkLst>
        </pc:spChg>
        <pc:spChg chg="mod">
          <ac:chgData name="Si yuan Su" userId="2cfcdc676e2aca6c" providerId="LiveId" clId="{C1ACD4DA-A12D-42BE-A820-2B460457B918}" dt="2026-10-21T16:21:42.219" v="262"/>
          <ac:spMkLst>
            <pc:docMk/>
            <pc:sldMk cId="0" sldId="333"/>
            <ac:spMk id="12" creationId="{00000000-0000-0000-0000-000000000000}"/>
          </ac:spMkLst>
        </pc:spChg>
      </pc:sldChg>
      <pc:sldChg chg="delSp mod">
        <pc:chgData name="Si yuan Su" userId="2cfcdc676e2aca6c" providerId="LiveId" clId="{C1ACD4DA-A12D-42BE-A820-2B460457B918}" dt="2026-10-21T15:59:54.769" v="242" actId="21"/>
        <pc:sldMkLst>
          <pc:docMk/>
          <pc:sldMk cId="0" sldId="334"/>
        </pc:sldMkLst>
        <pc:picChg chg="del">
          <ac:chgData name="Si yuan Su" userId="2cfcdc676e2aca6c" providerId="LiveId" clId="{C1ACD4DA-A12D-42BE-A820-2B460457B918}" dt="2026-10-21T15:59:54.769" v="242" actId="21"/>
          <ac:picMkLst>
            <pc:docMk/>
            <pc:sldMk cId="0" sldId="334"/>
            <ac:picMk id="4" creationId="{00000000-0000-0000-0000-000000000000}"/>
          </ac:picMkLst>
        </pc:picChg>
      </pc:sldChg>
      <pc:sldChg chg="del">
        <pc:chgData name="Si yuan Su" userId="2cfcdc676e2aca6c" providerId="LiveId" clId="{C1ACD4DA-A12D-42BE-A820-2B460457B918}" dt="2026-10-21T15:59:45.296" v="239" actId="47"/>
        <pc:sldMkLst>
          <pc:docMk/>
          <pc:sldMk cId="0" sldId="338"/>
        </pc:sldMkLst>
      </pc:sldChg>
      <pc:sldChg chg="modSp">
        <pc:chgData name="Si yuan Su" userId="2cfcdc676e2aca6c" providerId="LiveId" clId="{C1ACD4DA-A12D-42BE-A820-2B460457B918}" dt="2026-10-21T14:57:35.948" v="61"/>
        <pc:sldMkLst>
          <pc:docMk/>
          <pc:sldMk cId="0" sldId="340"/>
        </pc:sldMkLst>
        <pc:spChg chg="mod">
          <ac:chgData name="Si yuan Su" userId="2cfcdc676e2aca6c" providerId="LiveId" clId="{C1ACD4DA-A12D-42BE-A820-2B460457B918}" dt="2026-10-21T14:57:35.948" v="61"/>
          <ac:spMkLst>
            <pc:docMk/>
            <pc:sldMk cId="0" sldId="340"/>
            <ac:spMk id="6" creationId="{00000000-0000-0000-0000-000000000000}"/>
          </ac:spMkLst>
        </pc:spChg>
        <pc:spChg chg="mod">
          <ac:chgData name="Si yuan Su" userId="2cfcdc676e2aca6c" providerId="LiveId" clId="{C1ACD4DA-A12D-42BE-A820-2B460457B918}" dt="2026-10-21T14:51:40.705" v="36" actId="1076"/>
          <ac:spMkLst>
            <pc:docMk/>
            <pc:sldMk cId="0" sldId="340"/>
            <ac:spMk id="16" creationId="{00000000-0000-0000-0000-000000000000}"/>
          </ac:spMkLst>
        </pc:spChg>
        <pc:spChg chg="mod">
          <ac:chgData name="Si yuan Su" userId="2cfcdc676e2aca6c" providerId="LiveId" clId="{C1ACD4DA-A12D-42BE-A820-2B460457B918}" dt="2026-10-21T14:51:40.705" v="36" actId="1076"/>
          <ac:spMkLst>
            <pc:docMk/>
            <pc:sldMk cId="0" sldId="340"/>
            <ac:spMk id="17" creationId="{00000000-0000-0000-0000-000000000000}"/>
          </ac:spMkLst>
        </pc:spChg>
        <pc:spChg chg="mod">
          <ac:chgData name="Si yuan Su" userId="2cfcdc676e2aca6c" providerId="LiveId" clId="{C1ACD4DA-A12D-42BE-A820-2B460457B918}" dt="2026-10-21T14:55:51.854" v="59"/>
          <ac:spMkLst>
            <pc:docMk/>
            <pc:sldMk cId="0" sldId="340"/>
            <ac:spMk id="26" creationId="{00000000-0000-0000-0000-000000000000}"/>
          </ac:spMkLst>
        </pc:spChg>
        <pc:spChg chg="mod">
          <ac:chgData name="Si yuan Su" userId="2cfcdc676e2aca6c" providerId="LiveId" clId="{C1ACD4DA-A12D-42BE-A820-2B460457B918}" dt="2026-10-21T14:56:06.828" v="60"/>
          <ac:spMkLst>
            <pc:docMk/>
            <pc:sldMk cId="0" sldId="340"/>
            <ac:spMk id="27" creationId="{00000000-0000-0000-0000-000000000000}"/>
          </ac:spMkLst>
        </pc:spChg>
        <pc:grpChg chg="mod">
          <ac:chgData name="Si yuan Su" userId="2cfcdc676e2aca6c" providerId="LiveId" clId="{C1ACD4DA-A12D-42BE-A820-2B460457B918}" dt="2026-10-21T14:51:40.705" v="36" actId="1076"/>
          <ac:grpSpMkLst>
            <pc:docMk/>
            <pc:sldMk cId="0" sldId="340"/>
            <ac:grpSpMk id="15" creationId="{00000000-0000-0000-0000-000000000000}"/>
          </ac:grpSpMkLst>
        </pc:grpChg>
      </pc:sldChg>
      <pc:sldChg chg="del">
        <pc:chgData name="Si yuan Su" userId="2cfcdc676e2aca6c" providerId="LiveId" clId="{C1ACD4DA-A12D-42BE-A820-2B460457B918}" dt="2026-10-21T15:59:10.657" v="233" actId="47"/>
        <pc:sldMkLst>
          <pc:docMk/>
          <pc:sldMk cId="0" sldId="344"/>
        </pc:sldMkLst>
      </pc:sldChg>
      <pc:sldChg chg="del">
        <pc:chgData name="Si yuan Su" userId="2cfcdc676e2aca6c" providerId="LiveId" clId="{C1ACD4DA-A12D-42BE-A820-2B460457B918}" dt="2026-10-21T15:59:42.704" v="237" actId="47"/>
        <pc:sldMkLst>
          <pc:docMk/>
          <pc:sldMk cId="0" sldId="345"/>
        </pc:sldMkLst>
      </pc:sldChg>
      <pc:sldChg chg="del">
        <pc:chgData name="Si yuan Su" userId="2cfcdc676e2aca6c" providerId="LiveId" clId="{C1ACD4DA-A12D-42BE-A820-2B460457B918}" dt="2026-10-21T14:47:06.634" v="34" actId="47"/>
        <pc:sldMkLst>
          <pc:docMk/>
          <pc:sldMk cId="0" sldId="349"/>
        </pc:sldMkLst>
      </pc:sldChg>
      <pc:sldChg chg="del">
        <pc:chgData name="Si yuan Su" userId="2cfcdc676e2aca6c" providerId="LiveId" clId="{C1ACD4DA-A12D-42BE-A820-2B460457B918}" dt="2026-10-21T15:59:47.061" v="241" actId="47"/>
        <pc:sldMkLst>
          <pc:docMk/>
          <pc:sldMk cId="0" sldId="353"/>
        </pc:sldMkLst>
      </pc:sldChg>
      <pc:sldChg chg="del">
        <pc:chgData name="Si yuan Su" userId="2cfcdc676e2aca6c" providerId="LiveId" clId="{C1ACD4DA-A12D-42BE-A820-2B460457B918}" dt="2026-10-21T15:59:46.307" v="240" actId="47"/>
        <pc:sldMkLst>
          <pc:docMk/>
          <pc:sldMk cId="0" sldId="35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43BEE-9186-43F1-96D7-CB31801FCE04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06906-1390-4F73-A6EE-D2653A7D174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06906-1390-4F73-A6EE-D2653A7D174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8AC46-6BDD-54AA-B706-0D9CCC7E6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49F2CC-C050-5768-1032-EB477A6AE8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E222D6-B68E-CF5F-25DA-F7E5280FD15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3500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0A4BF-7719-CA19-7F05-DA1F91D0E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4E347B-4EF0-C4CB-936D-B286BE97AC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691F4E-742F-E001-E872-94953923582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2931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BA1EF-42D4-3574-F6C1-FD1A29D09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040A6D-CFB3-4673-1F4F-80D616F768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3ECEFD-5014-8109-0B03-F869401283C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5124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19FC7-52E3-037C-BECC-98EEF171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82795EC-8A97-9D76-4001-1090396110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BAE8E9-81FF-8FFE-6FA1-38DE7CA442A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4090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4E73E-5D56-4103-8E9C-0D699937BBE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EDBA9-A886-40BD-B9CC-8CAAC49E4B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4E73E-5D56-4103-8E9C-0D699937BBE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EDBA9-A886-40BD-B9CC-8CAAC49E4B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5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4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3.png"/><Relationship Id="rId5" Type="http://schemas.openxmlformats.org/officeDocument/2006/relationships/tags" Target="../tags/tag5.xml"/><Relationship Id="rId15" Type="http://schemas.openxmlformats.org/officeDocument/2006/relationships/image" Target="../media/image7.png"/><Relationship Id="rId10" Type="http://schemas.openxmlformats.org/officeDocument/2006/relationships/notesSlide" Target="../notesSlides/notesSlide2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1.xml"/><Relationship Id="rId1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jpg"/><Relationship Id="rId5" Type="http://schemas.openxmlformats.org/officeDocument/2006/relationships/image" Target="../media/image11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1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tags" Target="../tags/tag21.xml"/><Relationship Id="rId18" Type="http://schemas.openxmlformats.org/officeDocument/2006/relationships/slideLayout" Target="../slideLayouts/slideLayout13.xml"/><Relationship Id="rId3" Type="http://schemas.openxmlformats.org/officeDocument/2006/relationships/tags" Target="../tags/tag11.xml"/><Relationship Id="rId21" Type="http://schemas.microsoft.com/office/2007/relationships/hdphoto" Target="../media/hdphoto1.wdp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image" Target="../media/image16.png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image" Target="../media/image17.png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image" Target="../media/image7.png"/><Relationship Id="rId10" Type="http://schemas.openxmlformats.org/officeDocument/2006/relationships/tags" Target="../tags/tag18.xml"/><Relationship Id="rId19" Type="http://schemas.openxmlformats.org/officeDocument/2006/relationships/notesSlide" Target="../notesSlides/notesSlide6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13" Type="http://schemas.openxmlformats.org/officeDocument/2006/relationships/tags" Target="../tags/tag38.xml"/><Relationship Id="rId18" Type="http://schemas.openxmlformats.org/officeDocument/2006/relationships/image" Target="../media/image16.png"/><Relationship Id="rId3" Type="http://schemas.openxmlformats.org/officeDocument/2006/relationships/tags" Target="../tags/tag28.xml"/><Relationship Id="rId21" Type="http://schemas.openxmlformats.org/officeDocument/2006/relationships/image" Target="../media/image7.png"/><Relationship Id="rId7" Type="http://schemas.openxmlformats.org/officeDocument/2006/relationships/tags" Target="../tags/tag32.xml"/><Relationship Id="rId12" Type="http://schemas.openxmlformats.org/officeDocument/2006/relationships/tags" Target="../tags/tag37.xml"/><Relationship Id="rId17" Type="http://schemas.openxmlformats.org/officeDocument/2006/relationships/notesSlide" Target="../notesSlides/notesSlide9.xml"/><Relationship Id="rId2" Type="http://schemas.openxmlformats.org/officeDocument/2006/relationships/tags" Target="../tags/tag27.xml"/><Relationship Id="rId16" Type="http://schemas.openxmlformats.org/officeDocument/2006/relationships/slideLayout" Target="../slideLayouts/slideLayout2.xml"/><Relationship Id="rId20" Type="http://schemas.openxmlformats.org/officeDocument/2006/relationships/image" Target="../media/image6.png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tags" Target="../tags/tag36.xml"/><Relationship Id="rId5" Type="http://schemas.openxmlformats.org/officeDocument/2006/relationships/tags" Target="../tags/tag30.xml"/><Relationship Id="rId15" Type="http://schemas.openxmlformats.org/officeDocument/2006/relationships/tags" Target="../tags/tag40.xml"/><Relationship Id="rId10" Type="http://schemas.openxmlformats.org/officeDocument/2006/relationships/tags" Target="../tags/tag35.xml"/><Relationship Id="rId19" Type="http://schemas.microsoft.com/office/2007/relationships/hdphoto" Target="../media/hdphoto1.wdp"/><Relationship Id="rId4" Type="http://schemas.openxmlformats.org/officeDocument/2006/relationships/tags" Target="../tags/tag29.xml"/><Relationship Id="rId9" Type="http://schemas.openxmlformats.org/officeDocument/2006/relationships/tags" Target="../tags/tag34.xml"/><Relationship Id="rId14" Type="http://schemas.openxmlformats.org/officeDocument/2006/relationships/tags" Target="../tags/tag39.xml"/><Relationship Id="rId22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17063" y="387646"/>
            <a:ext cx="1528074" cy="1528074"/>
          </a:xfrm>
          <a:prstGeom prst="ellipse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4040965" y="4691281"/>
            <a:ext cx="4683398" cy="0"/>
          </a:xfrm>
          <a:prstGeom prst="line">
            <a:avLst/>
          </a:prstGeom>
          <a:noFill/>
          <a:ln w="12700" cap="flat" cmpd="sng" algn="ctr">
            <a:gradFill flip="none" rotWithShape="1">
              <a:gsLst>
                <a:gs pos="0">
                  <a:srgbClr val="961318"/>
                </a:gs>
                <a:gs pos="60000">
                  <a:srgbClr val="961318">
                    <a:alpha val="40000"/>
                  </a:srgbClr>
                </a:gs>
                <a:gs pos="92000">
                  <a:srgbClr val="961318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</p:cxnSp>
      <p:grpSp>
        <p:nvGrpSpPr>
          <p:cNvPr id="6" name="组合 5"/>
          <p:cNvGrpSpPr/>
          <p:nvPr/>
        </p:nvGrpSpPr>
        <p:grpSpPr>
          <a:xfrm>
            <a:off x="1821815" y="5859780"/>
            <a:ext cx="2508250" cy="625475"/>
            <a:chOff x="1767755" y="5835880"/>
            <a:chExt cx="2273210" cy="463012"/>
          </a:xfrm>
        </p:grpSpPr>
        <p:sp>
          <p:nvSpPr>
            <p:cNvPr id="7" name="矩形: 圆角 6"/>
            <p:cNvSpPr/>
            <p:nvPr/>
          </p:nvSpPr>
          <p:spPr>
            <a:xfrm>
              <a:off x="1767755" y="5835880"/>
              <a:ext cx="2273210" cy="463012"/>
            </a:xfrm>
            <a:prstGeom prst="roundRect">
              <a:avLst>
                <a:gd name="adj" fmla="val 22153"/>
              </a:avLst>
            </a:prstGeom>
            <a:solidFill>
              <a:srgbClr val="96131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cs typeface="+mn-cs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824140" y="5931068"/>
              <a:ext cx="2160442" cy="27263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汇报人：</a:t>
              </a:r>
              <a:r>
                <a:rPr lang="zh-CN" altLang="en-US" kern="0" dirty="0">
                  <a:solidFill>
                    <a:prstClr val="white"/>
                  </a:solidFill>
                  <a:latin typeface="宋体" pitchFamily="2" charset="-122"/>
                  <a:ea typeface="宋体" pitchFamily="2" charset="-122"/>
                </a:rPr>
                <a:t>苏思源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761865" y="5859780"/>
            <a:ext cx="2815590" cy="625475"/>
            <a:chOff x="4873792" y="5835880"/>
            <a:chExt cx="2053147" cy="463012"/>
          </a:xfrm>
        </p:grpSpPr>
        <p:sp>
          <p:nvSpPr>
            <p:cNvPr id="10" name="矩形: 圆角 9"/>
            <p:cNvSpPr/>
            <p:nvPr/>
          </p:nvSpPr>
          <p:spPr>
            <a:xfrm>
              <a:off x="4985965" y="5835880"/>
              <a:ext cx="1828800" cy="463012"/>
            </a:xfrm>
            <a:prstGeom prst="roundRect">
              <a:avLst>
                <a:gd name="adj" fmla="val 22153"/>
              </a:avLst>
            </a:prstGeom>
            <a:solidFill>
              <a:srgbClr val="96131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cs typeface="+mn-cs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873792" y="5931068"/>
              <a:ext cx="2053147" cy="27263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指导教师：</a:t>
              </a:r>
              <a:r>
                <a:rPr lang="zh-CN" altLang="en-US" kern="0" dirty="0">
                  <a:solidFill>
                    <a:prstClr val="white"/>
                  </a:solidFill>
                  <a:latin typeface="宋体" pitchFamily="2" charset="-122"/>
                  <a:ea typeface="宋体" pitchFamily="2" charset="-122"/>
                </a:rPr>
                <a:t>周扬帆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8034020" y="5859780"/>
            <a:ext cx="2815590" cy="625475"/>
            <a:chOff x="8333639" y="5835880"/>
            <a:chExt cx="2552076" cy="463012"/>
          </a:xfrm>
        </p:grpSpPr>
        <p:sp>
          <p:nvSpPr>
            <p:cNvPr id="14" name="矩形: 圆角 13"/>
            <p:cNvSpPr/>
            <p:nvPr/>
          </p:nvSpPr>
          <p:spPr>
            <a:xfrm>
              <a:off x="8473071" y="5835880"/>
              <a:ext cx="2273210" cy="463012"/>
            </a:xfrm>
            <a:prstGeom prst="roundRect">
              <a:avLst>
                <a:gd name="adj" fmla="val 22153"/>
              </a:avLst>
            </a:prstGeom>
            <a:solidFill>
              <a:srgbClr val="96131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cs typeface="+mn-cs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8333639" y="5931068"/>
              <a:ext cx="2552076" cy="27263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日期：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 Regular" panose="02020503050405090304" charset="0"/>
                  <a:cs typeface="Times New Roman Regular" panose="02020503050405090304" charset="0"/>
                </a:rPr>
                <a:t>2026-11-03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639445" y="2283460"/>
            <a:ext cx="1105979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50000"/>
              </a:lnSpc>
              <a:defRPr/>
            </a:pPr>
            <a:r>
              <a:rPr lang="zh-CN" altLang="en-US" sz="4000" b="1" dirty="0">
                <a:solidFill>
                  <a:srgbClr val="96131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面向移动</a:t>
            </a:r>
            <a:r>
              <a:rPr lang="en-US" altLang="zh-CN" sz="4000" b="1" dirty="0">
                <a:solidFill>
                  <a:srgbClr val="96131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GUI</a:t>
            </a:r>
            <a:r>
              <a:rPr lang="zh-CN" altLang="en-US" sz="4000" b="1" dirty="0">
                <a:solidFill>
                  <a:srgbClr val="96131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智能体评测的</a:t>
            </a:r>
            <a:endParaRPr lang="zh-CN" altLang="en-US" sz="4000" b="1" dirty="0">
              <a:solidFill>
                <a:srgbClr val="96131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 sz="4000" b="1" dirty="0">
                <a:solidFill>
                  <a:srgbClr val="96131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应用状态污染检测和恢复方法研究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5395079" cy="6879957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5395079" cy="6879957"/>
          </a:xfrm>
          <a:prstGeom prst="rect">
            <a:avLst/>
          </a:prstGeom>
          <a:gradFill flip="none" rotWithShape="1">
            <a:gsLst>
              <a:gs pos="0">
                <a:srgbClr val="961318">
                  <a:alpha val="70000"/>
                </a:srgbClr>
              </a:gs>
              <a:gs pos="100000">
                <a:srgbClr val="961318">
                  <a:alpha val="90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Arial" panose="020B0604020202090204"/>
              <a:ea typeface="宋体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447797" y="2197100"/>
            <a:ext cx="2603500" cy="1790700"/>
            <a:chOff x="1778000" y="2197100"/>
            <a:chExt cx="2603500" cy="1790700"/>
          </a:xfrm>
        </p:grpSpPr>
        <p:sp>
          <p:nvSpPr>
            <p:cNvPr id="5" name="文本框 4"/>
            <p:cNvSpPr txBox="1"/>
            <p:nvPr/>
          </p:nvSpPr>
          <p:spPr>
            <a:xfrm>
              <a:off x="2090118" y="2413337"/>
              <a:ext cx="19872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目录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147888" y="3429000"/>
              <a:ext cx="18716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 pitchFamily="34" charset="0"/>
                </a:rPr>
                <a:t>CONTENTS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778000" y="2197100"/>
              <a:ext cx="2603500" cy="1790700"/>
            </a:xfrm>
            <a:prstGeom prst="rect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8" name="椭圆 7"/>
          <p:cNvSpPr/>
          <p:nvPr>
            <p:custDataLst>
              <p:tags r:id="rId1"/>
            </p:custDataLst>
          </p:nvPr>
        </p:nvSpPr>
        <p:spPr>
          <a:xfrm>
            <a:off x="6544305" y="1678194"/>
            <a:ext cx="648000" cy="646331"/>
          </a:xfrm>
          <a:prstGeom prst="ellipse">
            <a:avLst/>
          </a:prstGeom>
          <a:solidFill>
            <a:srgbClr val="96131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b="1" kern="0" dirty="0">
                <a:solidFill>
                  <a:prstClr val="white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rPr>
              <a:t>01</a:t>
            </a:r>
            <a:endParaRPr lang="zh-CN" altLang="en-US" b="1" kern="0" dirty="0">
              <a:solidFill>
                <a:prstClr val="white"/>
              </a:solidFill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endParaRPr>
          </a:p>
        </p:txBody>
      </p:sp>
      <p:sp>
        <p:nvSpPr>
          <p:cNvPr id="10" name="椭圆 9"/>
          <p:cNvSpPr/>
          <p:nvPr>
            <p:custDataLst>
              <p:tags r:id="rId2"/>
            </p:custDataLst>
          </p:nvPr>
        </p:nvSpPr>
        <p:spPr>
          <a:xfrm>
            <a:off x="6544306" y="2638048"/>
            <a:ext cx="648000" cy="646331"/>
          </a:xfrm>
          <a:prstGeom prst="ellipse">
            <a:avLst/>
          </a:prstGeom>
          <a:solidFill>
            <a:srgbClr val="96131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b="1" kern="0" dirty="0">
                <a:solidFill>
                  <a:prstClr val="white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rPr>
              <a:t>02</a:t>
            </a:r>
            <a:endParaRPr lang="zh-CN" altLang="en-US" b="1" kern="0" dirty="0">
              <a:solidFill>
                <a:prstClr val="white"/>
              </a:solidFill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7502159" y="1771273"/>
            <a:ext cx="341837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spc="400" dirty="0">
                <a:solidFill>
                  <a:srgbClr val="961318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研究背景</a:t>
            </a:r>
          </a:p>
        </p:txBody>
      </p:sp>
      <p:sp>
        <p:nvSpPr>
          <p:cNvPr id="12" name="椭圆 11"/>
          <p:cNvSpPr/>
          <p:nvPr>
            <p:custDataLst>
              <p:tags r:id="rId4"/>
            </p:custDataLst>
          </p:nvPr>
        </p:nvSpPr>
        <p:spPr>
          <a:xfrm>
            <a:off x="6544306" y="3597902"/>
            <a:ext cx="648000" cy="646331"/>
          </a:xfrm>
          <a:prstGeom prst="ellipse">
            <a:avLst/>
          </a:prstGeom>
          <a:solidFill>
            <a:srgbClr val="96131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b="1" kern="0" dirty="0">
                <a:solidFill>
                  <a:prstClr val="white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rPr>
              <a:t>03</a:t>
            </a:r>
            <a:endParaRPr lang="zh-CN" altLang="en-US" b="1" kern="0" dirty="0">
              <a:solidFill>
                <a:prstClr val="white"/>
              </a:solidFill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7502159" y="2731127"/>
            <a:ext cx="367384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spc="400" dirty="0">
                <a:solidFill>
                  <a:srgbClr val="961318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研究目的</a:t>
            </a:r>
          </a:p>
        </p:txBody>
      </p:sp>
      <p:sp>
        <p:nvSpPr>
          <p:cNvPr id="14" name="椭圆 13"/>
          <p:cNvSpPr/>
          <p:nvPr>
            <p:custDataLst>
              <p:tags r:id="rId6"/>
            </p:custDataLst>
          </p:nvPr>
        </p:nvSpPr>
        <p:spPr>
          <a:xfrm>
            <a:off x="6544306" y="4557756"/>
            <a:ext cx="648000" cy="646331"/>
          </a:xfrm>
          <a:prstGeom prst="ellipse">
            <a:avLst/>
          </a:prstGeom>
          <a:solidFill>
            <a:srgbClr val="96131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b="1" kern="0" dirty="0">
                <a:solidFill>
                  <a:prstClr val="white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rPr>
              <a:t>04</a:t>
            </a:r>
            <a:endParaRPr lang="zh-CN" altLang="en-US" b="1" kern="0" dirty="0">
              <a:solidFill>
                <a:prstClr val="white"/>
              </a:solidFill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7502159" y="3690981"/>
            <a:ext cx="367384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spc="400" dirty="0">
                <a:solidFill>
                  <a:srgbClr val="961318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现有成果</a:t>
            </a: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7502159" y="4650835"/>
            <a:ext cx="367384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spc="400" dirty="0">
                <a:solidFill>
                  <a:srgbClr val="961318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研究结论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07649" y="6429241"/>
            <a:ext cx="2690620" cy="358344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>
            <a:off x="9938289" y="115465"/>
            <a:ext cx="1964493" cy="708062"/>
            <a:chOff x="4246274" y="-10895"/>
            <a:chExt cx="3940182" cy="1420161"/>
          </a:xfrm>
        </p:grpSpPr>
        <p:grpSp>
          <p:nvGrpSpPr>
            <p:cNvPr id="27" name="组合 26"/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9" name="图片 28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0" name="图片 29"/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8" name="矩形 27"/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Calibri" panose="020F0502020204030204"/>
                  <a:ea typeface="宋体" pitchFamily="2" charset="-122"/>
                </a:rPr>
                <a:t>FUDAN UNIVERSITY</a:t>
              </a:r>
            </a:p>
          </p:txBody>
        </p:sp>
      </p:grp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D7E37-40DD-3A40-B12E-7157428EB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3A9DD942-8468-1DB7-9BC6-4AF619F38484}"/>
              </a:ext>
            </a:extLst>
          </p:cNvPr>
          <p:cNvGrpSpPr/>
          <p:nvPr/>
        </p:nvGrpSpPr>
        <p:grpSpPr>
          <a:xfrm>
            <a:off x="10001119" y="183711"/>
            <a:ext cx="1964493" cy="708062"/>
            <a:chOff x="4246274" y="-10895"/>
            <a:chExt cx="3940182" cy="1420161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78781F3D-E180-A232-2197-713D7D976690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31" name="图片 30">
                <a:extLst>
                  <a:ext uri="{FF2B5EF4-FFF2-40B4-BE49-F238E27FC236}">
                    <a16:creationId xmlns:a16="http://schemas.microsoft.com/office/drawing/2014/main" id="{79C2C0B0-A75B-3600-A32A-F7724DF964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2" name="图片 31">
                <a:extLst>
                  <a:ext uri="{FF2B5EF4-FFF2-40B4-BE49-F238E27FC236}">
                    <a16:creationId xmlns:a16="http://schemas.microsoft.com/office/drawing/2014/main" id="{1AADF595-5DCF-171B-B1C8-3AE5D1AD24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60571029-C9E3-3B16-4EF7-0308F1310AD1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FUDAN UNIVERSITY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6B55EEAA-19D6-79F4-426C-21028B3BADED}"/>
              </a:ext>
            </a:extLst>
          </p:cNvPr>
          <p:cNvSpPr txBox="1"/>
          <p:nvPr/>
        </p:nvSpPr>
        <p:spPr>
          <a:xfrm>
            <a:off x="695399" y="1681539"/>
            <a:ext cx="4842955" cy="231180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24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能随着个人计算机的普及和移动互联网的流行，人们的工作和生活越来越依赖各种</a:t>
            </a:r>
            <a:r>
              <a:rPr lang="zh-CN" altLang="en-US" sz="2000" b="1" dirty="0">
                <a:latin typeface="新宋体" panose="02010609030101010101" pitchFamily="49" charset="-122"/>
                <a:ea typeface="新宋体" panose="02010609030101010101" pitchFamily="49" charset="-122"/>
                <a:cs typeface="宋体" pitchFamily="2" charset="-122"/>
              </a:rPr>
              <a:t>应用程序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（</a:t>
            </a:r>
            <a:r>
              <a:rPr lang="en-US" altLang="zh-CN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APP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）。其主要交互形式是通过</a:t>
            </a:r>
            <a:r>
              <a:rPr lang="zh-CN" altLang="en-US" sz="2000" b="1" dirty="0">
                <a:solidFill>
                  <a:srgbClr val="C00000"/>
                </a:solidFill>
                <a:latin typeface="新宋体" panose="02010609030101010101" pitchFamily="49" charset="-122"/>
                <a:ea typeface="新宋体" panose="02010609030101010101" pitchFamily="49" charset="-122"/>
                <a:cs typeface="宋体" pitchFamily="2" charset="-122"/>
              </a:rPr>
              <a:t>图形用户界面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（</a:t>
            </a:r>
            <a:r>
              <a:rPr lang="en-US" altLang="zh-CN" sz="2000" b="1" u="sng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GUI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）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66E17E4-B65C-D3C1-AA6C-B445241A43B8}"/>
              </a:ext>
            </a:extLst>
          </p:cNvPr>
          <p:cNvGrpSpPr/>
          <p:nvPr/>
        </p:nvGrpSpPr>
        <p:grpSpPr>
          <a:xfrm>
            <a:off x="0" y="140728"/>
            <a:ext cx="3575720" cy="838986"/>
            <a:chOff x="0" y="260648"/>
            <a:chExt cx="3575720" cy="838986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6740FD8-2B73-6526-1437-FE5953B72DB0}"/>
                </a:ext>
              </a:extLst>
            </p:cNvPr>
            <p:cNvSpPr/>
            <p:nvPr/>
          </p:nvSpPr>
          <p:spPr>
            <a:xfrm>
              <a:off x="0" y="307546"/>
              <a:ext cx="551384" cy="792088"/>
            </a:xfrm>
            <a:prstGeom prst="rect">
              <a:avLst/>
            </a:prstGeom>
            <a:solidFill>
              <a:srgbClr val="961318"/>
            </a:solidFill>
            <a:ln w="25400" cap="flat" cmpd="sng" algn="ctr">
              <a:solidFill>
                <a:srgbClr val="961318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6EC793B3-0A86-98D8-9DE5-39670B45063E}"/>
                </a:ext>
              </a:extLst>
            </p:cNvPr>
            <p:cNvGrpSpPr/>
            <p:nvPr/>
          </p:nvGrpSpPr>
          <p:grpSpPr>
            <a:xfrm>
              <a:off x="695400" y="260648"/>
              <a:ext cx="2880320" cy="574366"/>
              <a:chOff x="623392" y="310880"/>
              <a:chExt cx="2880320" cy="574366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1B315E8-6BFF-68E5-A16A-423ADF3549DA}"/>
                  </a:ext>
                </a:extLst>
              </p:cNvPr>
              <p:cNvSpPr txBox="1"/>
              <p:nvPr/>
            </p:nvSpPr>
            <p:spPr>
              <a:xfrm>
                <a:off x="623392" y="310880"/>
                <a:ext cx="1612900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</a:rPr>
                  <a:t>研究背景</a:t>
                </a:r>
              </a:p>
            </p:txBody>
          </p: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024F0D2B-6FA5-E10D-A721-DEE9D5C15B56}"/>
                  </a:ext>
                </a:extLst>
              </p:cNvPr>
              <p:cNvCxnSpPr/>
              <p:nvPr/>
            </p:nvCxnSpPr>
            <p:spPr>
              <a:xfrm>
                <a:off x="623392" y="885246"/>
                <a:ext cx="2880320" cy="0"/>
              </a:xfrm>
              <a:prstGeom prst="line">
                <a:avLst/>
              </a:prstGeom>
              <a:noFill/>
              <a:ln w="28575" cap="flat" cmpd="sng" algn="ctr">
                <a:gradFill flip="none" rotWithShape="1">
                  <a:gsLst>
                    <a:gs pos="0">
                      <a:srgbClr val="961318"/>
                    </a:gs>
                    <a:gs pos="81000">
                      <a:srgbClr val="961318">
                        <a:alpha val="20000"/>
                      </a:srgbClr>
                    </a:gs>
                    <a:gs pos="100000">
                      <a:srgbClr val="961318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</p:grp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A7DA8542-673B-C3FD-16B7-94A34A743ECC}"/>
              </a:ext>
            </a:extLst>
          </p:cNvPr>
          <p:cNvSpPr/>
          <p:nvPr/>
        </p:nvSpPr>
        <p:spPr>
          <a:xfrm>
            <a:off x="695399" y="1482149"/>
            <a:ext cx="4786588" cy="39878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Times New Roman Bold" panose="02020503050405090304" charset="0"/>
                <a:ea typeface="宋体" charset="0"/>
                <a:cs typeface="Times New Roman Bold" panose="02020503050405090304" charset="0"/>
              </a:rPr>
              <a:t>01 </a:t>
            </a:r>
            <a:r>
              <a:rPr lang="zh-CN" altLang="en-US" sz="2000" b="1" kern="0" dirty="0">
                <a:solidFill>
                  <a:schemeClr val="bg1"/>
                </a:solidFill>
                <a:latin typeface="宋体" charset="0"/>
                <a:ea typeface="宋体" charset="0"/>
                <a:cs typeface="Times New Roman Bold" panose="02020503050405090304" charset="0"/>
              </a:rPr>
              <a:t>基于</a:t>
            </a:r>
            <a:r>
              <a:rPr lang="en-US" altLang="zh-CN" sz="2000" b="1" kern="0" dirty="0">
                <a:solidFill>
                  <a:schemeClr val="bg1"/>
                </a:solidFill>
                <a:latin typeface="宋体" charset="0"/>
                <a:ea typeface="宋体" charset="0"/>
                <a:cs typeface="Times New Roman Bold" panose="02020503050405090304" charset="0"/>
              </a:rPr>
              <a:t>GUI</a:t>
            </a:r>
            <a:r>
              <a:rPr lang="zh-CN" altLang="en-US" sz="2000" b="1" kern="0" dirty="0">
                <a:solidFill>
                  <a:schemeClr val="bg1"/>
                </a:solidFill>
                <a:latin typeface="宋体" charset="0"/>
                <a:ea typeface="宋体" charset="0"/>
                <a:cs typeface="Times New Roman Bold" panose="02020503050405090304" charset="0"/>
              </a:rPr>
              <a:t>的交互</a:t>
            </a:r>
            <a:endParaRPr lang="zh-CN" altLang="en-US" sz="2000" b="1" kern="0" dirty="0">
              <a:solidFill>
                <a:schemeClr val="bg1"/>
              </a:solidFill>
              <a:latin typeface="Times New Roman" panose="02020603050405020304" pitchFamily="18" charset="0"/>
              <a:ea typeface="宋体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CEA593F-E969-4EC7-A367-64D3AC78D12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800" t="8903" r="2344" b="16430"/>
          <a:stretch>
            <a:fillRect/>
          </a:stretch>
        </p:blipFill>
        <p:spPr>
          <a:xfrm>
            <a:off x="7887492" y="891773"/>
            <a:ext cx="3609109" cy="476115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DE56F14-4236-7640-2A0D-5CF71D83A44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310" r="2241"/>
          <a:stretch>
            <a:fillRect/>
          </a:stretch>
        </p:blipFill>
        <p:spPr>
          <a:xfrm>
            <a:off x="5707664" y="3105418"/>
            <a:ext cx="3036968" cy="2311803"/>
          </a:xfrm>
          <a:prstGeom prst="rect">
            <a:avLst/>
          </a:prstGeom>
        </p:spPr>
      </p:pic>
      <p:sp>
        <p:nvSpPr>
          <p:cNvPr id="13" name="AutoShape 7">
            <a:extLst>
              <a:ext uri="{FF2B5EF4-FFF2-40B4-BE49-F238E27FC236}">
                <a16:creationId xmlns:a16="http://schemas.microsoft.com/office/drawing/2014/main" id="{74C7F3A8-074C-B845-8174-9FBD6779B977}"/>
              </a:ext>
            </a:extLst>
          </p:cNvPr>
          <p:cNvSpPr/>
          <p:nvPr/>
        </p:nvSpPr>
        <p:spPr>
          <a:xfrm>
            <a:off x="695399" y="3993342"/>
            <a:ext cx="4842955" cy="762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529B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8">
            <a:extLst>
              <a:ext uri="{FF2B5EF4-FFF2-40B4-BE49-F238E27FC236}">
                <a16:creationId xmlns:a16="http://schemas.microsoft.com/office/drawing/2014/main" id="{09A376FE-23F0-0498-B0A5-A0FF1E93E5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5899" y="4261320"/>
            <a:ext cx="304800" cy="304800"/>
          </a:xfrm>
          <a:prstGeom prst="rect">
            <a:avLst/>
          </a:prstGeom>
        </p:spPr>
      </p:pic>
      <p:sp>
        <p:nvSpPr>
          <p:cNvPr id="23" name="AutoShape 9">
            <a:extLst>
              <a:ext uri="{FF2B5EF4-FFF2-40B4-BE49-F238E27FC236}">
                <a16:creationId xmlns:a16="http://schemas.microsoft.com/office/drawing/2014/main" id="{F5703192-C492-E33D-5B2A-379F102797D2}"/>
              </a:ext>
            </a:extLst>
          </p:cNvPr>
          <p:cNvSpPr/>
          <p:nvPr/>
        </p:nvSpPr>
        <p:spPr>
          <a:xfrm>
            <a:off x="1248953" y="4169026"/>
            <a:ext cx="3798116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b="1" i="0" u="none" strike="noStrike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GUI</a:t>
            </a:r>
            <a:r>
              <a:rPr lang="zh-CN" altLang="en-US" sz="2000" b="1" i="0" u="none" strike="noStrike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交互是人机交互最普及的形式</a:t>
            </a:r>
            <a:endParaRPr lang="en-US" sz="2000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AutoShape 22">
            <a:extLst>
              <a:ext uri="{FF2B5EF4-FFF2-40B4-BE49-F238E27FC236}">
                <a16:creationId xmlns:a16="http://schemas.microsoft.com/office/drawing/2014/main" id="{B3D6FCC3-3564-5B08-4398-1259129AC00A}"/>
              </a:ext>
            </a:extLst>
          </p:cNvPr>
          <p:cNvSpPr/>
          <p:nvPr/>
        </p:nvSpPr>
        <p:spPr>
          <a:xfrm>
            <a:off x="762000" y="5831448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C00000">
              <a:alpha val="10000"/>
            </a:srgbClr>
          </a:solidFill>
          <a:ln w="12700" cap="flat" cmpd="sng">
            <a:solidFill>
              <a:srgbClr val="C00000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34" name="Picture 23">
            <a:extLst>
              <a:ext uri="{FF2B5EF4-FFF2-40B4-BE49-F238E27FC236}">
                <a16:creationId xmlns:a16="http://schemas.microsoft.com/office/drawing/2014/main" id="{CAB01D1E-B9BA-04D3-98C6-E6210D416C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6021948"/>
            <a:ext cx="381000" cy="381000"/>
          </a:xfrm>
          <a:prstGeom prst="rect">
            <a:avLst/>
          </a:prstGeom>
        </p:spPr>
      </p:pic>
      <p:sp>
        <p:nvSpPr>
          <p:cNvPr id="36" name="AutoShape 24">
            <a:extLst>
              <a:ext uri="{FF2B5EF4-FFF2-40B4-BE49-F238E27FC236}">
                <a16:creationId xmlns:a16="http://schemas.microsoft.com/office/drawing/2014/main" id="{2DCD6154-B2B6-8D83-94E0-EFD2DD36AAF8}"/>
              </a:ext>
            </a:extLst>
          </p:cNvPr>
          <p:cNvSpPr/>
          <p:nvPr/>
        </p:nvSpPr>
        <p:spPr>
          <a:xfrm>
            <a:off x="1524000" y="5956261"/>
            <a:ext cx="965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i="0" u="none" strike="noStrike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随着多模态技术的发展，交互正在从</a:t>
            </a:r>
            <a:r>
              <a:rPr lang="zh-CN" altLang="en-US" sz="2000" b="1" i="0" u="none" strike="noStrike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手动操作</a:t>
            </a:r>
            <a:r>
              <a:rPr lang="en-US" altLang="zh-CN" sz="2000" b="1" i="0" u="sng" strike="noStrike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GUI</a:t>
            </a:r>
            <a:r>
              <a:rPr lang="zh-CN" altLang="en-US" sz="2000" i="0" u="none" strike="noStrike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向</a:t>
            </a:r>
            <a:r>
              <a:rPr lang="zh-CN" altLang="en-US" sz="2000" b="1" i="0" u="none" strike="noStrike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自然语言指令的交互</a:t>
            </a:r>
            <a:r>
              <a:rPr lang="zh-CN" altLang="en-US" sz="2000" i="0" u="none" strike="noStrike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演进。</a:t>
            </a:r>
            <a:endParaRPr lang="en-US" sz="2000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2071664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1C2FD-69CE-1215-B6BC-8224878B5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EB4C13E0-4145-E2C3-02BD-81F5CD0B89DC}"/>
              </a:ext>
            </a:extLst>
          </p:cNvPr>
          <p:cNvGrpSpPr/>
          <p:nvPr/>
        </p:nvGrpSpPr>
        <p:grpSpPr>
          <a:xfrm>
            <a:off x="10001119" y="183711"/>
            <a:ext cx="1964493" cy="708062"/>
            <a:chOff x="4246274" y="-10895"/>
            <a:chExt cx="3940182" cy="1420161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5996CC8F-B915-ECC2-66FC-F867F7DC4973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31" name="图片 30">
                <a:extLst>
                  <a:ext uri="{FF2B5EF4-FFF2-40B4-BE49-F238E27FC236}">
                    <a16:creationId xmlns:a16="http://schemas.microsoft.com/office/drawing/2014/main" id="{6685665D-A8E7-C0F0-D741-FE3BABB074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2" name="图片 31">
                <a:extLst>
                  <a:ext uri="{FF2B5EF4-FFF2-40B4-BE49-F238E27FC236}">
                    <a16:creationId xmlns:a16="http://schemas.microsoft.com/office/drawing/2014/main" id="{25133FF9-7EB7-DEB1-27CC-EA9538A488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725EE29-F4D9-3607-9CD1-EC1F2B57E163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FUDAN UNIVERSITY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B6419116-BA97-D071-96A1-10CB4485A16A}"/>
              </a:ext>
            </a:extLst>
          </p:cNvPr>
          <p:cNvSpPr txBox="1"/>
          <p:nvPr/>
        </p:nvSpPr>
        <p:spPr>
          <a:xfrm>
            <a:off x="695399" y="1681539"/>
            <a:ext cx="4842955" cy="29840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24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 sz="2000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智能体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（</a:t>
            </a:r>
            <a:r>
              <a:rPr lang="en-US" altLang="zh-CN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Agent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）是能够</a:t>
            </a:r>
            <a:r>
              <a:rPr lang="zh-CN" altLang="en-US" sz="2000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感知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环境、自主</a:t>
            </a:r>
            <a:r>
              <a:rPr lang="zh-CN" altLang="en-US" sz="2000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决策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并采取</a:t>
            </a:r>
            <a:r>
              <a:rPr lang="zh-CN" altLang="en-US" sz="2000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行动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以实现特定目标的人工智能实体。</a:t>
            </a:r>
            <a:endParaRPr lang="en-US" altLang="zh-CN" sz="20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endParaRPr lang="en-US" altLang="zh-CN" sz="20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 altLang="zh-CN" sz="2000" b="1" u="sng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GUI Agent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是能看懂手机屏幕、自动操作 </a:t>
            </a:r>
            <a:r>
              <a:rPr lang="en-US" altLang="zh-CN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App 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完成任务的</a:t>
            </a:r>
            <a:r>
              <a:rPr lang="zh-CN" altLang="en-US" sz="2000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智能体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，是当前多模态大模型落地的重要方向，也是智能体能力评测的核心对象。</a:t>
            </a:r>
          </a:p>
          <a:p>
            <a:pPr marL="285750" indent="-285750">
              <a:buFont typeface="Wingdings" panose="05000000000000000000" charset="0"/>
              <a:buChar char=""/>
            </a:pPr>
            <a:endParaRPr lang="zh-CN" altLang="en-US" sz="20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5696246-034A-9DF9-02AD-E2D72FB07850}"/>
              </a:ext>
            </a:extLst>
          </p:cNvPr>
          <p:cNvGrpSpPr/>
          <p:nvPr/>
        </p:nvGrpSpPr>
        <p:grpSpPr>
          <a:xfrm>
            <a:off x="0" y="140728"/>
            <a:ext cx="3575720" cy="838986"/>
            <a:chOff x="0" y="260648"/>
            <a:chExt cx="3575720" cy="838986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8E665BB-785E-A23D-9F33-ACBE29FFC008}"/>
                </a:ext>
              </a:extLst>
            </p:cNvPr>
            <p:cNvSpPr/>
            <p:nvPr/>
          </p:nvSpPr>
          <p:spPr>
            <a:xfrm>
              <a:off x="0" y="307546"/>
              <a:ext cx="551384" cy="792088"/>
            </a:xfrm>
            <a:prstGeom prst="rect">
              <a:avLst/>
            </a:prstGeom>
            <a:solidFill>
              <a:srgbClr val="961318"/>
            </a:solidFill>
            <a:ln w="25400" cap="flat" cmpd="sng" algn="ctr">
              <a:solidFill>
                <a:srgbClr val="961318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2CAF791A-8F34-01BB-7B5C-FB2C7466AB45}"/>
                </a:ext>
              </a:extLst>
            </p:cNvPr>
            <p:cNvGrpSpPr/>
            <p:nvPr/>
          </p:nvGrpSpPr>
          <p:grpSpPr>
            <a:xfrm>
              <a:off x="695400" y="260648"/>
              <a:ext cx="2880320" cy="574366"/>
              <a:chOff x="623392" y="310880"/>
              <a:chExt cx="2880320" cy="574366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3698E35-5EC4-3189-0F86-C6C3CA88623D}"/>
                  </a:ext>
                </a:extLst>
              </p:cNvPr>
              <p:cNvSpPr txBox="1"/>
              <p:nvPr/>
            </p:nvSpPr>
            <p:spPr>
              <a:xfrm>
                <a:off x="623392" y="310880"/>
                <a:ext cx="1612900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</a:rPr>
                  <a:t>研究背景</a:t>
                </a:r>
              </a:p>
            </p:txBody>
          </p: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6E924492-1EAA-0173-9BD1-60D38E27E4EA}"/>
                  </a:ext>
                </a:extLst>
              </p:cNvPr>
              <p:cNvCxnSpPr/>
              <p:nvPr/>
            </p:nvCxnSpPr>
            <p:spPr>
              <a:xfrm>
                <a:off x="623392" y="885246"/>
                <a:ext cx="2880320" cy="0"/>
              </a:xfrm>
              <a:prstGeom prst="line">
                <a:avLst/>
              </a:prstGeom>
              <a:noFill/>
              <a:ln w="28575" cap="flat" cmpd="sng" algn="ctr">
                <a:gradFill flip="none" rotWithShape="1">
                  <a:gsLst>
                    <a:gs pos="0">
                      <a:srgbClr val="961318"/>
                    </a:gs>
                    <a:gs pos="81000">
                      <a:srgbClr val="961318">
                        <a:alpha val="20000"/>
                      </a:srgbClr>
                    </a:gs>
                    <a:gs pos="100000">
                      <a:srgbClr val="961318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</p:grp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FD289E5A-143F-B636-929E-01B236F7C114}"/>
              </a:ext>
            </a:extLst>
          </p:cNvPr>
          <p:cNvSpPr/>
          <p:nvPr/>
        </p:nvSpPr>
        <p:spPr>
          <a:xfrm>
            <a:off x="695399" y="1482149"/>
            <a:ext cx="4786588" cy="39878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Times New Roman Bold" panose="02020503050405090304" charset="0"/>
                <a:ea typeface="宋体" charset="0"/>
                <a:cs typeface="Times New Roman Bold" panose="02020503050405090304" charset="0"/>
              </a:rPr>
              <a:t>02 </a:t>
            </a:r>
            <a:r>
              <a:rPr lang="en-US" altLang="zh-CN" sz="2000" b="1" kern="0" dirty="0">
                <a:solidFill>
                  <a:schemeClr val="bg1"/>
                </a:solidFill>
                <a:latin typeface="宋体" charset="0"/>
                <a:ea typeface="宋体" charset="0"/>
                <a:cs typeface="Times New Roman Bold" panose="02020503050405090304" charset="0"/>
              </a:rPr>
              <a:t>GUI Agent</a:t>
            </a:r>
            <a:r>
              <a:rPr lang="zh-CN" altLang="en-US" sz="2000" b="1" kern="0" dirty="0">
                <a:solidFill>
                  <a:schemeClr val="bg1"/>
                </a:solidFill>
                <a:latin typeface="宋体" charset="0"/>
                <a:ea typeface="宋体" charset="0"/>
                <a:cs typeface="Times New Roman Bold" panose="02020503050405090304" charset="0"/>
              </a:rPr>
              <a:t>是什么</a:t>
            </a:r>
            <a:endParaRPr lang="zh-CN" altLang="en-US" sz="2000" b="1" kern="0" dirty="0">
              <a:solidFill>
                <a:schemeClr val="bg1"/>
              </a:solidFill>
              <a:latin typeface="Times New Roman" panose="02020603050405020304" pitchFamily="18" charset="0"/>
              <a:ea typeface="宋体" charset="0"/>
              <a:cs typeface="Times New Roman" panose="02020603050405020304" pitchFamily="18" charset="0"/>
            </a:endParaRPr>
          </a:p>
        </p:txBody>
      </p:sp>
      <p:sp>
        <p:nvSpPr>
          <p:cNvPr id="27" name="AutoShape 22">
            <a:extLst>
              <a:ext uri="{FF2B5EF4-FFF2-40B4-BE49-F238E27FC236}">
                <a16:creationId xmlns:a16="http://schemas.microsoft.com/office/drawing/2014/main" id="{92397622-6080-C8E4-A6C3-5C18B6B351C7}"/>
              </a:ext>
            </a:extLst>
          </p:cNvPr>
          <p:cNvSpPr/>
          <p:nvPr/>
        </p:nvSpPr>
        <p:spPr>
          <a:xfrm>
            <a:off x="762000" y="5831448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C00000">
              <a:alpha val="10000"/>
            </a:srgbClr>
          </a:solidFill>
          <a:ln w="12700" cap="flat" cmpd="sng">
            <a:solidFill>
              <a:srgbClr val="C00000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34" name="Picture 23">
            <a:extLst>
              <a:ext uri="{FF2B5EF4-FFF2-40B4-BE49-F238E27FC236}">
                <a16:creationId xmlns:a16="http://schemas.microsoft.com/office/drawing/2014/main" id="{D8C4F1D6-AA46-0E3B-A3C7-AE5E073BFE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6021948"/>
            <a:ext cx="381000" cy="381000"/>
          </a:xfrm>
          <a:prstGeom prst="rect">
            <a:avLst/>
          </a:prstGeom>
        </p:spPr>
      </p:pic>
      <p:sp>
        <p:nvSpPr>
          <p:cNvPr id="36" name="AutoShape 24">
            <a:extLst>
              <a:ext uri="{FF2B5EF4-FFF2-40B4-BE49-F238E27FC236}">
                <a16:creationId xmlns:a16="http://schemas.microsoft.com/office/drawing/2014/main" id="{B3211A7B-C6AF-8C3D-7691-24BC1F014CE5}"/>
              </a:ext>
            </a:extLst>
          </p:cNvPr>
          <p:cNvSpPr/>
          <p:nvPr/>
        </p:nvSpPr>
        <p:spPr>
          <a:xfrm>
            <a:off x="1523999" y="5956261"/>
            <a:ext cx="9972601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i="0" u="none" strike="noStrike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时下热门的“豆包手机”属于</a:t>
            </a:r>
            <a:r>
              <a:rPr lang="en-US" altLang="zh-CN" sz="2000" i="0" u="none" strike="noStrike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AI Agent</a:t>
            </a:r>
            <a:r>
              <a:rPr lang="zh-CN" altLang="en-US" sz="2000" i="0" u="none" strike="noStrike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。</a:t>
            </a:r>
            <a:r>
              <a:rPr lang="en-US" altLang="zh-CN" sz="2000" b="1" i="0" u="sng" strike="noStrike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GUI Agent</a:t>
            </a:r>
            <a:r>
              <a:rPr lang="zh-CN" altLang="en-US" sz="2000" i="0" u="none" strike="noStrike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则强调在</a:t>
            </a:r>
            <a:r>
              <a:rPr lang="en-US" altLang="zh-CN" sz="2000" i="0" u="none" strike="noStrike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GUI</a:t>
            </a:r>
            <a:r>
              <a:rPr lang="zh-CN" altLang="en-US" sz="2000" i="0" u="none" strike="noStrike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上理解与交互的能力。</a:t>
            </a:r>
          </a:p>
        </p:txBody>
      </p:sp>
      <p:sp>
        <p:nvSpPr>
          <p:cNvPr id="3" name="AutoShape 9">
            <a:extLst>
              <a:ext uri="{FF2B5EF4-FFF2-40B4-BE49-F238E27FC236}">
                <a16:creationId xmlns:a16="http://schemas.microsoft.com/office/drawing/2014/main" id="{20261704-7F3E-C219-FFA8-250DB568A797}"/>
              </a:ext>
            </a:extLst>
          </p:cNvPr>
          <p:cNvSpPr/>
          <p:nvPr/>
        </p:nvSpPr>
        <p:spPr>
          <a:xfrm>
            <a:off x="8925105" y="2806534"/>
            <a:ext cx="412705" cy="4474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4000" b="1" i="0" u="none" strike="noStrike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→</a:t>
            </a:r>
            <a:endParaRPr lang="en-US" sz="4000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2638B5C-4E3B-7071-86F2-D5B58A94A88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244" t="20371" r="28807" b="22222"/>
          <a:stretch>
            <a:fillRect/>
          </a:stretch>
        </p:blipFill>
        <p:spPr>
          <a:xfrm>
            <a:off x="5948999" y="728703"/>
            <a:ext cx="2667283" cy="479009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5951D0A-54FF-A4DB-5B66-1CBB25BFC8A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2049" r="51164" b="9075"/>
          <a:stretch>
            <a:fillRect/>
          </a:stretch>
        </p:blipFill>
        <p:spPr>
          <a:xfrm>
            <a:off x="9646633" y="1158533"/>
            <a:ext cx="204387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375319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944F1-0F61-12FF-9657-133856DD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84800EB3-7C77-3FD4-5414-E7F4F2407D19}"/>
              </a:ext>
            </a:extLst>
          </p:cNvPr>
          <p:cNvGrpSpPr/>
          <p:nvPr/>
        </p:nvGrpSpPr>
        <p:grpSpPr>
          <a:xfrm>
            <a:off x="10001119" y="183711"/>
            <a:ext cx="1964493" cy="708062"/>
            <a:chOff x="4246274" y="-10895"/>
            <a:chExt cx="3940182" cy="1420161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76D7114B-D7CC-2BC5-0B10-9B168325BF77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31" name="图片 30">
                <a:extLst>
                  <a:ext uri="{FF2B5EF4-FFF2-40B4-BE49-F238E27FC236}">
                    <a16:creationId xmlns:a16="http://schemas.microsoft.com/office/drawing/2014/main" id="{118DC037-8999-A038-3BF3-174E54520A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2" name="图片 31">
                <a:extLst>
                  <a:ext uri="{FF2B5EF4-FFF2-40B4-BE49-F238E27FC236}">
                    <a16:creationId xmlns:a16="http://schemas.microsoft.com/office/drawing/2014/main" id="{D63AA867-5B0C-9DBF-3C1E-630AD53700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D6CDB6B-5DFD-69A0-5178-0684D4F430B4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FUDAN UNIVERSITY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B9020825-8121-1ADC-6C41-6091F058583B}"/>
              </a:ext>
            </a:extLst>
          </p:cNvPr>
          <p:cNvSpPr txBox="1"/>
          <p:nvPr/>
        </p:nvSpPr>
        <p:spPr>
          <a:xfrm>
            <a:off x="695399" y="1681539"/>
            <a:ext cx="4842955" cy="329553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24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 altLang="zh-CN" sz="2000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Benchmark</a:t>
            </a:r>
            <a:r>
              <a:rPr lang="en-US" altLang="zh-CN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 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包含上百个任务，按顺序交给 </a:t>
            </a:r>
            <a:r>
              <a:rPr lang="en-US" altLang="zh-CN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Agent 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执行，每个任务独立打分（成功或失败），最终统计平均成功率来衡量 </a:t>
            </a:r>
            <a:r>
              <a:rPr lang="en-US" altLang="zh-CN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Agent 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的能力。</a:t>
            </a:r>
          </a:p>
          <a:p>
            <a:pPr marL="285750" indent="-285750">
              <a:buFont typeface="Wingdings" panose="05000000000000000000" charset="0"/>
              <a:buChar char=""/>
            </a:pPr>
            <a:endParaRPr lang="en-US" altLang="zh-CN" sz="20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 sz="2000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状态污染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是指前一个任务的执行会改变 </a:t>
            </a:r>
            <a:r>
              <a:rPr lang="en-US" altLang="zh-CN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App 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的持久化状态（设置、好友关系、搜索历史、消息记录等），导致后一个任务的起始条件与设计预期不符。</a:t>
            </a:r>
          </a:p>
          <a:p>
            <a:pPr marL="285750" indent="-285750">
              <a:buFont typeface="Wingdings" panose="05000000000000000000" charset="0"/>
              <a:buChar char=""/>
            </a:pPr>
            <a:endParaRPr lang="zh-CN" altLang="en-US" sz="20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D242C1C-A201-228A-D7A3-FE29DC023487}"/>
              </a:ext>
            </a:extLst>
          </p:cNvPr>
          <p:cNvGrpSpPr/>
          <p:nvPr/>
        </p:nvGrpSpPr>
        <p:grpSpPr>
          <a:xfrm>
            <a:off x="0" y="140728"/>
            <a:ext cx="3575720" cy="838986"/>
            <a:chOff x="0" y="260648"/>
            <a:chExt cx="3575720" cy="838986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8F05832-E955-7A2F-8BA6-A092E2EC3050}"/>
                </a:ext>
              </a:extLst>
            </p:cNvPr>
            <p:cNvSpPr/>
            <p:nvPr/>
          </p:nvSpPr>
          <p:spPr>
            <a:xfrm>
              <a:off x="0" y="307546"/>
              <a:ext cx="551384" cy="792088"/>
            </a:xfrm>
            <a:prstGeom prst="rect">
              <a:avLst/>
            </a:prstGeom>
            <a:solidFill>
              <a:srgbClr val="961318"/>
            </a:solidFill>
            <a:ln w="25400" cap="flat" cmpd="sng" algn="ctr">
              <a:solidFill>
                <a:srgbClr val="961318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5CBCF302-A8E1-AFDC-33AF-917DD69AEEAC}"/>
                </a:ext>
              </a:extLst>
            </p:cNvPr>
            <p:cNvGrpSpPr/>
            <p:nvPr/>
          </p:nvGrpSpPr>
          <p:grpSpPr>
            <a:xfrm>
              <a:off x="695400" y="260648"/>
              <a:ext cx="2880320" cy="574366"/>
              <a:chOff x="623392" y="310880"/>
              <a:chExt cx="2880320" cy="574366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5BF0FFF-56B7-6806-F637-BAA7A827BB5D}"/>
                  </a:ext>
                </a:extLst>
              </p:cNvPr>
              <p:cNvSpPr txBox="1"/>
              <p:nvPr/>
            </p:nvSpPr>
            <p:spPr>
              <a:xfrm>
                <a:off x="623392" y="310880"/>
                <a:ext cx="1612900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</a:rPr>
                  <a:t>研究背景</a:t>
                </a:r>
              </a:p>
            </p:txBody>
          </p: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9161AEBF-2C31-DC0C-C439-290A18DF4D94}"/>
                  </a:ext>
                </a:extLst>
              </p:cNvPr>
              <p:cNvCxnSpPr/>
              <p:nvPr/>
            </p:nvCxnSpPr>
            <p:spPr>
              <a:xfrm>
                <a:off x="623392" y="885246"/>
                <a:ext cx="2880320" cy="0"/>
              </a:xfrm>
              <a:prstGeom prst="line">
                <a:avLst/>
              </a:prstGeom>
              <a:noFill/>
              <a:ln w="28575" cap="flat" cmpd="sng" algn="ctr">
                <a:gradFill flip="none" rotWithShape="1">
                  <a:gsLst>
                    <a:gs pos="0">
                      <a:srgbClr val="961318"/>
                    </a:gs>
                    <a:gs pos="81000">
                      <a:srgbClr val="961318">
                        <a:alpha val="20000"/>
                      </a:srgbClr>
                    </a:gs>
                    <a:gs pos="100000">
                      <a:srgbClr val="961318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</p:grp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DCC59745-1235-281B-522C-4C9A818A52E4}"/>
              </a:ext>
            </a:extLst>
          </p:cNvPr>
          <p:cNvSpPr/>
          <p:nvPr/>
        </p:nvSpPr>
        <p:spPr>
          <a:xfrm>
            <a:off x="695399" y="1482149"/>
            <a:ext cx="4786588" cy="39878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Times New Roman Bold" panose="02020503050405090304" charset="0"/>
                <a:ea typeface="宋体" charset="0"/>
                <a:cs typeface="Times New Roman Bold" panose="02020503050405090304" charset="0"/>
              </a:rPr>
              <a:t>03 Benchmark</a:t>
            </a:r>
            <a:r>
              <a:rPr lang="zh-CN" altLang="en-US" sz="2000" b="1" kern="0" dirty="0">
                <a:solidFill>
                  <a:schemeClr val="bg1"/>
                </a:solidFill>
                <a:latin typeface="Times New Roman Bold" panose="02020503050405090304" charset="0"/>
                <a:ea typeface="宋体" charset="0"/>
                <a:cs typeface="Times New Roman Bold" panose="02020503050405090304" charset="0"/>
              </a:rPr>
              <a:t>困境：状态污染</a:t>
            </a:r>
            <a:endParaRPr lang="zh-CN" altLang="en-US" sz="2000" b="1" kern="0" dirty="0">
              <a:solidFill>
                <a:schemeClr val="bg1"/>
              </a:solidFill>
              <a:latin typeface="Times New Roman" panose="02020603050405020304" pitchFamily="18" charset="0"/>
              <a:ea typeface="宋体" charset="0"/>
              <a:cs typeface="Times New Roman" panose="02020603050405020304" pitchFamily="18" charset="0"/>
            </a:endParaRPr>
          </a:p>
        </p:txBody>
      </p:sp>
      <p:sp>
        <p:nvSpPr>
          <p:cNvPr id="27" name="AutoShape 22">
            <a:extLst>
              <a:ext uri="{FF2B5EF4-FFF2-40B4-BE49-F238E27FC236}">
                <a16:creationId xmlns:a16="http://schemas.microsoft.com/office/drawing/2014/main" id="{6D98502F-6C8F-E0B1-D016-9C36E16FD700}"/>
              </a:ext>
            </a:extLst>
          </p:cNvPr>
          <p:cNvSpPr/>
          <p:nvPr/>
        </p:nvSpPr>
        <p:spPr>
          <a:xfrm>
            <a:off x="762000" y="5831448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C00000">
              <a:alpha val="10000"/>
            </a:srgbClr>
          </a:solidFill>
          <a:ln w="12700" cap="flat" cmpd="sng">
            <a:solidFill>
              <a:srgbClr val="C00000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altLang="zh-CN" sz="20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Benchmark</a:t>
            </a:r>
            <a:r>
              <a:rPr lang="zh-CN" altLang="en-US" sz="20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实际执行中任务会发生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状态污染</a:t>
            </a:r>
            <a:r>
              <a:rPr lang="zh-CN" altLang="en-US" sz="20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，本研究探索状态污染的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自动检测与恢复</a:t>
            </a:r>
            <a:r>
              <a:rPr lang="zh-CN" altLang="en-US" sz="20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sz="2000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4" name="Picture 23">
            <a:extLst>
              <a:ext uri="{FF2B5EF4-FFF2-40B4-BE49-F238E27FC236}">
                <a16:creationId xmlns:a16="http://schemas.microsoft.com/office/drawing/2014/main" id="{FF7914FE-C4DE-1730-0DDB-2AAF8F039E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6021948"/>
            <a:ext cx="381000" cy="381000"/>
          </a:xfrm>
          <a:prstGeom prst="rect">
            <a:avLst/>
          </a:prstGeom>
        </p:spPr>
      </p:pic>
      <p:sp>
        <p:nvSpPr>
          <p:cNvPr id="36" name="AutoShape 24">
            <a:extLst>
              <a:ext uri="{FF2B5EF4-FFF2-40B4-BE49-F238E27FC236}">
                <a16:creationId xmlns:a16="http://schemas.microsoft.com/office/drawing/2014/main" id="{25C6B545-13CF-C059-DDA6-7886E12FB317}"/>
              </a:ext>
            </a:extLst>
          </p:cNvPr>
          <p:cNvSpPr/>
          <p:nvPr/>
        </p:nvSpPr>
        <p:spPr>
          <a:xfrm>
            <a:off x="1523999" y="5956261"/>
            <a:ext cx="9972601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2000" i="0" u="none" strike="noStrike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/>
              <a:sym typeface="Noto Sans SC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DE6F633-4AEE-DFCA-2E07-F60BA374EF7B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0"/>
          <a:stretch>
            <a:fillRect/>
          </a:stretch>
        </p:blipFill>
        <p:spPr>
          <a:xfrm>
            <a:off x="7817189" y="979714"/>
            <a:ext cx="2065951" cy="44412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D88395D-D82C-C39F-F891-4FC28A417EB8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3"/>
          <a:stretch>
            <a:fillRect/>
          </a:stretch>
        </p:blipFill>
        <p:spPr>
          <a:xfrm>
            <a:off x="5656334" y="979714"/>
            <a:ext cx="2183931" cy="4441201"/>
          </a:xfrm>
          <a:prstGeom prst="rect">
            <a:avLst/>
          </a:prstGeom>
        </p:spPr>
      </p:pic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0082909A-0181-903E-EEC9-0D3263EF075B}"/>
              </a:ext>
            </a:extLst>
          </p:cNvPr>
          <p:cNvSpPr/>
          <p:nvPr/>
        </p:nvSpPr>
        <p:spPr>
          <a:xfrm>
            <a:off x="10001120" y="1482149"/>
            <a:ext cx="1964492" cy="3204151"/>
          </a:xfrm>
          <a:prstGeom prst="wedgeRoundRectCallout">
            <a:avLst>
              <a:gd name="adj1" fmla="val -49396"/>
              <a:gd name="adj2" fmla="val 66918"/>
              <a:gd name="adj3" fmla="val 16667"/>
            </a:avLst>
          </a:prstGeom>
          <a:solidFill>
            <a:srgbClr val="FFFFF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2DF0514-0C85-102B-AB13-0D5159F66848}"/>
              </a:ext>
            </a:extLst>
          </p:cNvPr>
          <p:cNvSpPr txBox="1"/>
          <p:nvPr/>
        </p:nvSpPr>
        <p:spPr>
          <a:xfrm>
            <a:off x="10079503" y="1683162"/>
            <a:ext cx="19644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案例：百度浏览器夜间模式前一任务开启夜间模式后，后续任务一打开就是暗色界面。按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Home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回桌面无法清除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App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内部设置，必须进入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App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设置关闭夜间模式。</a:t>
            </a:r>
          </a:p>
        </p:txBody>
      </p:sp>
    </p:spTree>
    <p:extLst>
      <p:ext uri="{BB962C8B-B14F-4D97-AF65-F5344CB8AC3E}">
        <p14:creationId xmlns:p14="http://schemas.microsoft.com/office/powerpoint/2010/main" val="4103241515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0" cstate="print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388" y="6420418"/>
            <a:ext cx="2752321" cy="366562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0001119" y="183711"/>
            <a:ext cx="1964493" cy="708062"/>
            <a:chOff x="4246274" y="-10895"/>
            <a:chExt cx="3940182" cy="1420161"/>
          </a:xfrm>
        </p:grpSpPr>
        <p:grpSp>
          <p:nvGrpSpPr>
            <p:cNvPr id="29" name="组合 28"/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30" name="矩形 29"/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FUDAN UNIVERSITY</a:t>
              </a: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596" y="676618"/>
            <a:ext cx="6541996" cy="654199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777490" y="1046480"/>
            <a:ext cx="6264275" cy="965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sz="4400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sym typeface="+mn-ea"/>
              </a:rPr>
              <a:t>拟解决的科学问题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908408" y="1951373"/>
            <a:ext cx="10375184" cy="3860147"/>
          </a:xfrm>
          <a:prstGeom prst="roundRect">
            <a:avLst>
              <a:gd name="adj" fmla="val 6791"/>
            </a:avLst>
          </a:prstGeom>
          <a:noFill/>
          <a:ln>
            <a:solidFill>
              <a:srgbClr val="C0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>
            <p:custDataLst>
              <p:tags r:id="rId1"/>
            </p:custDataLst>
          </p:nvPr>
        </p:nvSpPr>
        <p:spPr>
          <a:xfrm>
            <a:off x="1496695" y="2522855"/>
            <a:ext cx="1247140" cy="5391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01</a:t>
            </a:r>
          </a:p>
        </p:txBody>
      </p:sp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1933575" y="4194810"/>
            <a:ext cx="765175" cy="5391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01</a:t>
            </a:r>
          </a:p>
        </p:txBody>
      </p:sp>
      <p:grpSp>
        <p:nvGrpSpPr>
          <p:cNvPr id="43" name="组合 42"/>
          <p:cNvGrpSpPr/>
          <p:nvPr/>
        </p:nvGrpSpPr>
        <p:grpSpPr>
          <a:xfrm>
            <a:off x="0" y="140728"/>
            <a:ext cx="3575720" cy="838986"/>
            <a:chOff x="0" y="260648"/>
            <a:chExt cx="3575720" cy="838986"/>
          </a:xfrm>
        </p:grpSpPr>
        <p:sp>
          <p:nvSpPr>
            <p:cNvPr id="44" name="矩形 43"/>
            <p:cNvSpPr/>
            <p:nvPr/>
          </p:nvSpPr>
          <p:spPr>
            <a:xfrm>
              <a:off x="0" y="307546"/>
              <a:ext cx="551384" cy="792088"/>
            </a:xfrm>
            <a:prstGeom prst="rect">
              <a:avLst/>
            </a:prstGeom>
            <a:solidFill>
              <a:srgbClr val="961318"/>
            </a:solidFill>
            <a:ln w="25400" cap="flat" cmpd="sng" algn="ctr">
              <a:solidFill>
                <a:srgbClr val="961318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695400" y="260648"/>
              <a:ext cx="2880320" cy="574366"/>
              <a:chOff x="623392" y="310880"/>
              <a:chExt cx="2880320" cy="574366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623392" y="310880"/>
                <a:ext cx="1612900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anose="02020503050405090304" charset="0"/>
                  </a:rPr>
                  <a:t>研究目的</a:t>
                </a:r>
              </a:p>
            </p:txBody>
          </p:sp>
          <p:cxnSp>
            <p:nvCxnSpPr>
              <p:cNvPr id="47" name="直接连接符 46"/>
              <p:cNvCxnSpPr/>
              <p:nvPr/>
            </p:nvCxnSpPr>
            <p:spPr>
              <a:xfrm>
                <a:off x="623392" y="885246"/>
                <a:ext cx="2880320" cy="0"/>
              </a:xfrm>
              <a:prstGeom prst="line">
                <a:avLst/>
              </a:prstGeom>
              <a:noFill/>
              <a:ln w="28575" cap="flat" cmpd="sng" algn="ctr">
                <a:gradFill flip="none" rotWithShape="1">
                  <a:gsLst>
                    <a:gs pos="0">
                      <a:srgbClr val="961318"/>
                    </a:gs>
                    <a:gs pos="81000">
                      <a:srgbClr val="961318">
                        <a:alpha val="20000"/>
                      </a:srgbClr>
                    </a:gs>
                    <a:gs pos="100000">
                      <a:srgbClr val="961318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</p:grp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6BE19DDC-EA1F-5113-352E-8BE033F54FB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496695" y="2522855"/>
            <a:ext cx="1247140" cy="5391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01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C31FE25-21DC-A532-AE3E-A5C8E3BCE19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137285" y="2067560"/>
            <a:ext cx="728980" cy="727710"/>
            <a:chOff x="-1090613" y="612775"/>
            <a:chExt cx="5661244" cy="5268912"/>
          </a:xfrm>
          <a:solidFill>
            <a:srgbClr val="C00000"/>
          </a:solidFill>
        </p:grpSpPr>
        <p:sp>
          <p:nvSpPr>
            <p:cNvPr id="4" name="Freeform 1241">
              <a:extLst>
                <a:ext uri="{FF2B5EF4-FFF2-40B4-BE49-F238E27FC236}">
                  <a16:creationId xmlns:a16="http://schemas.microsoft.com/office/drawing/2014/main" id="{0BA57017-5434-9CA0-98DC-C300558DD544}"/>
                </a:ext>
              </a:extLst>
            </p:cNvPr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-1090613" y="612775"/>
              <a:ext cx="5359400" cy="5268912"/>
            </a:xfrm>
            <a:custGeom>
              <a:avLst/>
              <a:gdLst>
                <a:gd name="T0" fmla="*/ 296 w 592"/>
                <a:gd name="T1" fmla="*/ 582 h 582"/>
                <a:gd name="T2" fmla="*/ 258 w 592"/>
                <a:gd name="T3" fmla="*/ 566 h 582"/>
                <a:gd name="T4" fmla="*/ 21 w 592"/>
                <a:gd name="T5" fmla="*/ 329 h 582"/>
                <a:gd name="T6" fmla="*/ 21 w 592"/>
                <a:gd name="T7" fmla="*/ 252 h 582"/>
                <a:gd name="T8" fmla="*/ 258 w 592"/>
                <a:gd name="T9" fmla="*/ 16 h 582"/>
                <a:gd name="T10" fmla="*/ 296 w 592"/>
                <a:gd name="T11" fmla="*/ 0 h 582"/>
                <a:gd name="T12" fmla="*/ 334 w 592"/>
                <a:gd name="T13" fmla="*/ 16 h 582"/>
                <a:gd name="T14" fmla="*/ 571 w 592"/>
                <a:gd name="T15" fmla="*/ 252 h 582"/>
                <a:gd name="T16" fmla="*/ 571 w 592"/>
                <a:gd name="T17" fmla="*/ 329 h 582"/>
                <a:gd name="T18" fmla="*/ 334 w 592"/>
                <a:gd name="T19" fmla="*/ 566 h 582"/>
                <a:gd name="T20" fmla="*/ 296 w 592"/>
                <a:gd name="T21" fmla="*/ 582 h 582"/>
                <a:gd name="T22" fmla="*/ 296 w 592"/>
                <a:gd name="T23" fmla="*/ 10 h 582"/>
                <a:gd name="T24" fmla="*/ 265 w 592"/>
                <a:gd name="T25" fmla="*/ 23 h 582"/>
                <a:gd name="T26" fmla="*/ 28 w 592"/>
                <a:gd name="T27" fmla="*/ 259 h 582"/>
                <a:gd name="T28" fmla="*/ 28 w 592"/>
                <a:gd name="T29" fmla="*/ 322 h 582"/>
                <a:gd name="T30" fmla="*/ 265 w 592"/>
                <a:gd name="T31" fmla="*/ 559 h 582"/>
                <a:gd name="T32" fmla="*/ 296 w 592"/>
                <a:gd name="T33" fmla="*/ 572 h 582"/>
                <a:gd name="T34" fmla="*/ 327 w 592"/>
                <a:gd name="T35" fmla="*/ 559 h 582"/>
                <a:gd name="T36" fmla="*/ 564 w 592"/>
                <a:gd name="T37" fmla="*/ 322 h 582"/>
                <a:gd name="T38" fmla="*/ 564 w 592"/>
                <a:gd name="T39" fmla="*/ 259 h 582"/>
                <a:gd name="T40" fmla="*/ 327 w 592"/>
                <a:gd name="T41" fmla="*/ 23 h 582"/>
                <a:gd name="T42" fmla="*/ 296 w 592"/>
                <a:gd name="T43" fmla="*/ 1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2" h="582">
                  <a:moveTo>
                    <a:pt x="296" y="582"/>
                  </a:moveTo>
                  <a:cubicBezTo>
                    <a:pt x="282" y="582"/>
                    <a:pt x="268" y="576"/>
                    <a:pt x="258" y="566"/>
                  </a:cubicBezTo>
                  <a:cubicBezTo>
                    <a:pt x="21" y="329"/>
                    <a:pt x="21" y="329"/>
                    <a:pt x="21" y="329"/>
                  </a:cubicBezTo>
                  <a:cubicBezTo>
                    <a:pt x="0" y="308"/>
                    <a:pt x="0" y="274"/>
                    <a:pt x="21" y="252"/>
                  </a:cubicBezTo>
                  <a:cubicBezTo>
                    <a:pt x="258" y="16"/>
                    <a:pt x="258" y="16"/>
                    <a:pt x="258" y="16"/>
                  </a:cubicBezTo>
                  <a:cubicBezTo>
                    <a:pt x="268" y="5"/>
                    <a:pt x="282" y="0"/>
                    <a:pt x="296" y="0"/>
                  </a:cubicBezTo>
                  <a:cubicBezTo>
                    <a:pt x="311" y="0"/>
                    <a:pt x="324" y="5"/>
                    <a:pt x="334" y="16"/>
                  </a:cubicBezTo>
                  <a:cubicBezTo>
                    <a:pt x="571" y="252"/>
                    <a:pt x="571" y="252"/>
                    <a:pt x="571" y="252"/>
                  </a:cubicBezTo>
                  <a:cubicBezTo>
                    <a:pt x="592" y="274"/>
                    <a:pt x="592" y="308"/>
                    <a:pt x="571" y="329"/>
                  </a:cubicBezTo>
                  <a:cubicBezTo>
                    <a:pt x="334" y="566"/>
                    <a:pt x="334" y="566"/>
                    <a:pt x="334" y="566"/>
                  </a:cubicBezTo>
                  <a:cubicBezTo>
                    <a:pt x="324" y="576"/>
                    <a:pt x="311" y="582"/>
                    <a:pt x="296" y="582"/>
                  </a:cubicBezTo>
                  <a:close/>
                  <a:moveTo>
                    <a:pt x="296" y="10"/>
                  </a:moveTo>
                  <a:cubicBezTo>
                    <a:pt x="284" y="10"/>
                    <a:pt x="273" y="14"/>
                    <a:pt x="265" y="23"/>
                  </a:cubicBezTo>
                  <a:cubicBezTo>
                    <a:pt x="28" y="259"/>
                    <a:pt x="28" y="259"/>
                    <a:pt x="28" y="259"/>
                  </a:cubicBezTo>
                  <a:cubicBezTo>
                    <a:pt x="11" y="277"/>
                    <a:pt x="11" y="305"/>
                    <a:pt x="28" y="322"/>
                  </a:cubicBezTo>
                  <a:cubicBezTo>
                    <a:pt x="265" y="559"/>
                    <a:pt x="265" y="559"/>
                    <a:pt x="265" y="559"/>
                  </a:cubicBezTo>
                  <a:cubicBezTo>
                    <a:pt x="273" y="567"/>
                    <a:pt x="284" y="572"/>
                    <a:pt x="296" y="572"/>
                  </a:cubicBezTo>
                  <a:cubicBezTo>
                    <a:pt x="308" y="572"/>
                    <a:pt x="319" y="567"/>
                    <a:pt x="327" y="559"/>
                  </a:cubicBezTo>
                  <a:cubicBezTo>
                    <a:pt x="564" y="322"/>
                    <a:pt x="564" y="322"/>
                    <a:pt x="564" y="322"/>
                  </a:cubicBezTo>
                  <a:cubicBezTo>
                    <a:pt x="581" y="305"/>
                    <a:pt x="581" y="277"/>
                    <a:pt x="564" y="259"/>
                  </a:cubicBezTo>
                  <a:cubicBezTo>
                    <a:pt x="327" y="23"/>
                    <a:pt x="327" y="23"/>
                    <a:pt x="327" y="23"/>
                  </a:cubicBezTo>
                  <a:cubicBezTo>
                    <a:pt x="319" y="14"/>
                    <a:pt x="308" y="10"/>
                    <a:pt x="296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5" name="Freeform 1234">
              <a:extLst>
                <a:ext uri="{FF2B5EF4-FFF2-40B4-BE49-F238E27FC236}">
                  <a16:creationId xmlns:a16="http://schemas.microsoft.com/office/drawing/2014/main" id="{DCEB1B13-E8BC-F26D-18F1-328DE17E2749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 bwMode="auto">
            <a:xfrm>
              <a:off x="-439065" y="612775"/>
              <a:ext cx="5009696" cy="5017704"/>
            </a:xfrm>
            <a:custGeom>
              <a:avLst/>
              <a:gdLst>
                <a:gd name="T0" fmla="*/ 634 w 1132"/>
                <a:gd name="T1" fmla="*/ 1095 h 1133"/>
                <a:gd name="T2" fmla="*/ 498 w 1132"/>
                <a:gd name="T3" fmla="*/ 1095 h 1133"/>
                <a:gd name="T4" fmla="*/ 37 w 1132"/>
                <a:gd name="T5" fmla="*/ 634 h 1133"/>
                <a:gd name="T6" fmla="*/ 37 w 1132"/>
                <a:gd name="T7" fmla="*/ 499 h 1133"/>
                <a:gd name="T8" fmla="*/ 498 w 1132"/>
                <a:gd name="T9" fmla="*/ 38 h 1133"/>
                <a:gd name="T10" fmla="*/ 634 w 1132"/>
                <a:gd name="T11" fmla="*/ 38 h 1133"/>
                <a:gd name="T12" fmla="*/ 1095 w 1132"/>
                <a:gd name="T13" fmla="*/ 499 h 1133"/>
                <a:gd name="T14" fmla="*/ 1095 w 1132"/>
                <a:gd name="T15" fmla="*/ 634 h 1133"/>
                <a:gd name="T16" fmla="*/ 634 w 1132"/>
                <a:gd name="T17" fmla="*/ 1095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2" h="1133">
                  <a:moveTo>
                    <a:pt x="634" y="1095"/>
                  </a:moveTo>
                  <a:cubicBezTo>
                    <a:pt x="596" y="1133"/>
                    <a:pt x="536" y="1133"/>
                    <a:pt x="498" y="1095"/>
                  </a:cubicBezTo>
                  <a:cubicBezTo>
                    <a:pt x="37" y="634"/>
                    <a:pt x="37" y="634"/>
                    <a:pt x="37" y="634"/>
                  </a:cubicBezTo>
                  <a:cubicBezTo>
                    <a:pt x="0" y="597"/>
                    <a:pt x="0" y="536"/>
                    <a:pt x="37" y="499"/>
                  </a:cubicBezTo>
                  <a:cubicBezTo>
                    <a:pt x="498" y="38"/>
                    <a:pt x="498" y="38"/>
                    <a:pt x="498" y="38"/>
                  </a:cubicBezTo>
                  <a:cubicBezTo>
                    <a:pt x="536" y="0"/>
                    <a:pt x="596" y="0"/>
                    <a:pt x="634" y="38"/>
                  </a:cubicBezTo>
                  <a:cubicBezTo>
                    <a:pt x="1095" y="499"/>
                    <a:pt x="1095" y="499"/>
                    <a:pt x="1095" y="499"/>
                  </a:cubicBezTo>
                  <a:cubicBezTo>
                    <a:pt x="1132" y="536"/>
                    <a:pt x="1132" y="597"/>
                    <a:pt x="1095" y="634"/>
                  </a:cubicBezTo>
                  <a:lnTo>
                    <a:pt x="634" y="10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4A9E8CF7-518A-DED6-DF2A-C45E5CBC496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262505" y="4138295"/>
            <a:ext cx="741045" cy="4686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</a:t>
            </a:r>
            <a:r>
              <a:rPr lang="en-US" altLang="zh-CN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784DA3-A506-B43D-D7CB-B0D32E98F55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933575" y="4194810"/>
            <a:ext cx="765175" cy="5391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01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DD92424-F24B-CE5C-D27F-EF054D6CA178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089660" y="3283585"/>
            <a:ext cx="728980" cy="727710"/>
            <a:chOff x="-1090613" y="612775"/>
            <a:chExt cx="5661244" cy="5268912"/>
          </a:xfrm>
          <a:solidFill>
            <a:srgbClr val="C00000"/>
          </a:solidFill>
        </p:grpSpPr>
        <p:sp>
          <p:nvSpPr>
            <p:cNvPr id="21" name="Freeform 1241">
              <a:extLst>
                <a:ext uri="{FF2B5EF4-FFF2-40B4-BE49-F238E27FC236}">
                  <a16:creationId xmlns:a16="http://schemas.microsoft.com/office/drawing/2014/main" id="{BC60D1B2-5E93-53F7-E3EF-1B5565089D64}"/>
                </a:ext>
              </a:extLst>
            </p:cNvPr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-1090613" y="612775"/>
              <a:ext cx="5359400" cy="5268912"/>
            </a:xfrm>
            <a:custGeom>
              <a:avLst/>
              <a:gdLst>
                <a:gd name="T0" fmla="*/ 296 w 592"/>
                <a:gd name="T1" fmla="*/ 582 h 582"/>
                <a:gd name="T2" fmla="*/ 258 w 592"/>
                <a:gd name="T3" fmla="*/ 566 h 582"/>
                <a:gd name="T4" fmla="*/ 21 w 592"/>
                <a:gd name="T5" fmla="*/ 329 h 582"/>
                <a:gd name="T6" fmla="*/ 21 w 592"/>
                <a:gd name="T7" fmla="*/ 252 h 582"/>
                <a:gd name="T8" fmla="*/ 258 w 592"/>
                <a:gd name="T9" fmla="*/ 16 h 582"/>
                <a:gd name="T10" fmla="*/ 296 w 592"/>
                <a:gd name="T11" fmla="*/ 0 h 582"/>
                <a:gd name="T12" fmla="*/ 334 w 592"/>
                <a:gd name="T13" fmla="*/ 16 h 582"/>
                <a:gd name="T14" fmla="*/ 571 w 592"/>
                <a:gd name="T15" fmla="*/ 252 h 582"/>
                <a:gd name="T16" fmla="*/ 571 w 592"/>
                <a:gd name="T17" fmla="*/ 329 h 582"/>
                <a:gd name="T18" fmla="*/ 334 w 592"/>
                <a:gd name="T19" fmla="*/ 566 h 582"/>
                <a:gd name="T20" fmla="*/ 296 w 592"/>
                <a:gd name="T21" fmla="*/ 582 h 582"/>
                <a:gd name="T22" fmla="*/ 296 w 592"/>
                <a:gd name="T23" fmla="*/ 10 h 582"/>
                <a:gd name="T24" fmla="*/ 265 w 592"/>
                <a:gd name="T25" fmla="*/ 23 h 582"/>
                <a:gd name="T26" fmla="*/ 28 w 592"/>
                <a:gd name="T27" fmla="*/ 259 h 582"/>
                <a:gd name="T28" fmla="*/ 28 w 592"/>
                <a:gd name="T29" fmla="*/ 322 h 582"/>
                <a:gd name="T30" fmla="*/ 265 w 592"/>
                <a:gd name="T31" fmla="*/ 559 h 582"/>
                <a:gd name="T32" fmla="*/ 296 w 592"/>
                <a:gd name="T33" fmla="*/ 572 h 582"/>
                <a:gd name="T34" fmla="*/ 327 w 592"/>
                <a:gd name="T35" fmla="*/ 559 h 582"/>
                <a:gd name="T36" fmla="*/ 564 w 592"/>
                <a:gd name="T37" fmla="*/ 322 h 582"/>
                <a:gd name="T38" fmla="*/ 564 w 592"/>
                <a:gd name="T39" fmla="*/ 259 h 582"/>
                <a:gd name="T40" fmla="*/ 327 w 592"/>
                <a:gd name="T41" fmla="*/ 23 h 582"/>
                <a:gd name="T42" fmla="*/ 296 w 592"/>
                <a:gd name="T43" fmla="*/ 1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2" h="582">
                  <a:moveTo>
                    <a:pt x="296" y="582"/>
                  </a:moveTo>
                  <a:cubicBezTo>
                    <a:pt x="282" y="582"/>
                    <a:pt x="268" y="576"/>
                    <a:pt x="258" y="566"/>
                  </a:cubicBezTo>
                  <a:cubicBezTo>
                    <a:pt x="21" y="329"/>
                    <a:pt x="21" y="329"/>
                    <a:pt x="21" y="329"/>
                  </a:cubicBezTo>
                  <a:cubicBezTo>
                    <a:pt x="0" y="308"/>
                    <a:pt x="0" y="274"/>
                    <a:pt x="21" y="252"/>
                  </a:cubicBezTo>
                  <a:cubicBezTo>
                    <a:pt x="258" y="16"/>
                    <a:pt x="258" y="16"/>
                    <a:pt x="258" y="16"/>
                  </a:cubicBezTo>
                  <a:cubicBezTo>
                    <a:pt x="268" y="5"/>
                    <a:pt x="282" y="0"/>
                    <a:pt x="296" y="0"/>
                  </a:cubicBezTo>
                  <a:cubicBezTo>
                    <a:pt x="311" y="0"/>
                    <a:pt x="324" y="5"/>
                    <a:pt x="334" y="16"/>
                  </a:cubicBezTo>
                  <a:cubicBezTo>
                    <a:pt x="571" y="252"/>
                    <a:pt x="571" y="252"/>
                    <a:pt x="571" y="252"/>
                  </a:cubicBezTo>
                  <a:cubicBezTo>
                    <a:pt x="592" y="274"/>
                    <a:pt x="592" y="308"/>
                    <a:pt x="571" y="329"/>
                  </a:cubicBezTo>
                  <a:cubicBezTo>
                    <a:pt x="334" y="566"/>
                    <a:pt x="334" y="566"/>
                    <a:pt x="334" y="566"/>
                  </a:cubicBezTo>
                  <a:cubicBezTo>
                    <a:pt x="324" y="576"/>
                    <a:pt x="311" y="582"/>
                    <a:pt x="296" y="582"/>
                  </a:cubicBezTo>
                  <a:close/>
                  <a:moveTo>
                    <a:pt x="296" y="10"/>
                  </a:moveTo>
                  <a:cubicBezTo>
                    <a:pt x="284" y="10"/>
                    <a:pt x="273" y="14"/>
                    <a:pt x="265" y="23"/>
                  </a:cubicBezTo>
                  <a:cubicBezTo>
                    <a:pt x="28" y="259"/>
                    <a:pt x="28" y="259"/>
                    <a:pt x="28" y="259"/>
                  </a:cubicBezTo>
                  <a:cubicBezTo>
                    <a:pt x="11" y="277"/>
                    <a:pt x="11" y="305"/>
                    <a:pt x="28" y="322"/>
                  </a:cubicBezTo>
                  <a:cubicBezTo>
                    <a:pt x="265" y="559"/>
                    <a:pt x="265" y="559"/>
                    <a:pt x="265" y="559"/>
                  </a:cubicBezTo>
                  <a:cubicBezTo>
                    <a:pt x="273" y="567"/>
                    <a:pt x="284" y="572"/>
                    <a:pt x="296" y="572"/>
                  </a:cubicBezTo>
                  <a:cubicBezTo>
                    <a:pt x="308" y="572"/>
                    <a:pt x="319" y="567"/>
                    <a:pt x="327" y="559"/>
                  </a:cubicBezTo>
                  <a:cubicBezTo>
                    <a:pt x="564" y="322"/>
                    <a:pt x="564" y="322"/>
                    <a:pt x="564" y="322"/>
                  </a:cubicBezTo>
                  <a:cubicBezTo>
                    <a:pt x="581" y="305"/>
                    <a:pt x="581" y="277"/>
                    <a:pt x="564" y="259"/>
                  </a:cubicBezTo>
                  <a:cubicBezTo>
                    <a:pt x="327" y="23"/>
                    <a:pt x="327" y="23"/>
                    <a:pt x="327" y="23"/>
                  </a:cubicBezTo>
                  <a:cubicBezTo>
                    <a:pt x="319" y="14"/>
                    <a:pt x="308" y="10"/>
                    <a:pt x="296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25" name="Freeform 1234">
              <a:extLst>
                <a:ext uri="{FF2B5EF4-FFF2-40B4-BE49-F238E27FC236}">
                  <a16:creationId xmlns:a16="http://schemas.microsoft.com/office/drawing/2014/main" id="{5B25A09E-EBEF-E772-2CBB-56B79706AAE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-439065" y="612775"/>
              <a:ext cx="5009696" cy="5017704"/>
            </a:xfrm>
            <a:custGeom>
              <a:avLst/>
              <a:gdLst>
                <a:gd name="T0" fmla="*/ 634 w 1132"/>
                <a:gd name="T1" fmla="*/ 1095 h 1133"/>
                <a:gd name="T2" fmla="*/ 498 w 1132"/>
                <a:gd name="T3" fmla="*/ 1095 h 1133"/>
                <a:gd name="T4" fmla="*/ 37 w 1132"/>
                <a:gd name="T5" fmla="*/ 634 h 1133"/>
                <a:gd name="T6" fmla="*/ 37 w 1132"/>
                <a:gd name="T7" fmla="*/ 499 h 1133"/>
                <a:gd name="T8" fmla="*/ 498 w 1132"/>
                <a:gd name="T9" fmla="*/ 38 h 1133"/>
                <a:gd name="T10" fmla="*/ 634 w 1132"/>
                <a:gd name="T11" fmla="*/ 38 h 1133"/>
                <a:gd name="T12" fmla="*/ 1095 w 1132"/>
                <a:gd name="T13" fmla="*/ 499 h 1133"/>
                <a:gd name="T14" fmla="*/ 1095 w 1132"/>
                <a:gd name="T15" fmla="*/ 634 h 1133"/>
                <a:gd name="T16" fmla="*/ 634 w 1132"/>
                <a:gd name="T17" fmla="*/ 1095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2" h="1133">
                  <a:moveTo>
                    <a:pt x="634" y="1095"/>
                  </a:moveTo>
                  <a:cubicBezTo>
                    <a:pt x="596" y="1133"/>
                    <a:pt x="536" y="1133"/>
                    <a:pt x="498" y="1095"/>
                  </a:cubicBezTo>
                  <a:cubicBezTo>
                    <a:pt x="37" y="634"/>
                    <a:pt x="37" y="634"/>
                    <a:pt x="37" y="634"/>
                  </a:cubicBezTo>
                  <a:cubicBezTo>
                    <a:pt x="0" y="597"/>
                    <a:pt x="0" y="536"/>
                    <a:pt x="37" y="499"/>
                  </a:cubicBezTo>
                  <a:cubicBezTo>
                    <a:pt x="498" y="38"/>
                    <a:pt x="498" y="38"/>
                    <a:pt x="498" y="38"/>
                  </a:cubicBezTo>
                  <a:cubicBezTo>
                    <a:pt x="536" y="0"/>
                    <a:pt x="596" y="0"/>
                    <a:pt x="634" y="38"/>
                  </a:cubicBezTo>
                  <a:cubicBezTo>
                    <a:pt x="1095" y="499"/>
                    <a:pt x="1095" y="499"/>
                    <a:pt x="1095" y="499"/>
                  </a:cubicBezTo>
                  <a:cubicBezTo>
                    <a:pt x="1132" y="536"/>
                    <a:pt x="1132" y="597"/>
                    <a:pt x="1095" y="634"/>
                  </a:cubicBezTo>
                  <a:lnTo>
                    <a:pt x="634" y="10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74F9F2BA-3A22-A797-B0F5-08E1CB44F5A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221105" y="2220595"/>
            <a:ext cx="741045" cy="4686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</a:t>
            </a:r>
            <a:r>
              <a:rPr lang="en-US" altLang="zh-CN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1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8E31613-EE9E-3100-3DB5-34AD2285C963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221105" y="3394075"/>
            <a:ext cx="741045" cy="4686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</a:t>
            </a:r>
            <a:r>
              <a:rPr lang="en-US" altLang="zh-CN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2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B8B5401-D7E9-7DDA-A02C-3D251CB1DA4E}"/>
              </a:ext>
            </a:extLst>
          </p:cNvPr>
          <p:cNvSpPr txBox="1"/>
          <p:nvPr/>
        </p:nvSpPr>
        <p:spPr>
          <a:xfrm>
            <a:off x="1962150" y="2120900"/>
            <a:ext cx="9116060" cy="992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  <a:sym typeface="+mn-ea"/>
              </a:rPr>
              <a:t>怎么</a:t>
            </a:r>
            <a:r>
              <a:rPr lang="zh-CN" altLang="en-US" sz="2800" b="1" dirty="0">
                <a:solidFill>
                  <a:srgbClr val="C00000"/>
                </a:solidFill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  <a:sym typeface="+mn-ea"/>
              </a:rPr>
              <a:t>检测</a:t>
            </a:r>
            <a:r>
              <a:rPr lang="zh-CN" altLang="en-US" sz="2800" dirty="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  <a:sym typeface="+mn-ea"/>
              </a:rPr>
              <a:t>？ 给定一段任务执行轨迹，判断哪些持久化状态被前一个任务改变了。</a:t>
            </a:r>
            <a:endParaRPr lang="zh-CN" altLang="en-US" sz="28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2D9C831-3B39-E7E1-801E-8B5B82072295}"/>
              </a:ext>
            </a:extLst>
          </p:cNvPr>
          <p:cNvSpPr txBox="1"/>
          <p:nvPr/>
        </p:nvSpPr>
        <p:spPr>
          <a:xfrm>
            <a:off x="1962150" y="3230245"/>
            <a:ext cx="9116695" cy="992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zh-CN" altLang="en-US" sz="2800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怎么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恢复</a:t>
            </a:r>
            <a:r>
              <a:rPr lang="zh-CN" altLang="en-US" sz="2800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？ 针对检测到的污染，生成可执行的恢复步骤，且不能引入新的污染。</a:t>
            </a:r>
            <a:endParaRPr lang="en-US" altLang="zh-CN" dirty="0">
              <a:latin typeface="宋体" pitchFamily="2" charset="-122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FDD07697-F1E7-B334-BC81-138BD896324F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1137285" y="4567555"/>
            <a:ext cx="728980" cy="727710"/>
            <a:chOff x="-1090613" y="612775"/>
            <a:chExt cx="5661244" cy="5268912"/>
          </a:xfrm>
          <a:solidFill>
            <a:srgbClr val="C00000"/>
          </a:solidFill>
        </p:grpSpPr>
        <p:sp>
          <p:nvSpPr>
            <p:cNvPr id="38" name="Freeform 1241">
              <a:extLst>
                <a:ext uri="{FF2B5EF4-FFF2-40B4-BE49-F238E27FC236}">
                  <a16:creationId xmlns:a16="http://schemas.microsoft.com/office/drawing/2014/main" id="{BE814FD4-8878-F7C6-2B89-89D68AC5C024}"/>
                </a:ext>
              </a:extLst>
            </p:cNvPr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-1090613" y="612775"/>
              <a:ext cx="5359400" cy="5268912"/>
            </a:xfrm>
            <a:custGeom>
              <a:avLst/>
              <a:gdLst>
                <a:gd name="T0" fmla="*/ 296 w 592"/>
                <a:gd name="T1" fmla="*/ 582 h 582"/>
                <a:gd name="T2" fmla="*/ 258 w 592"/>
                <a:gd name="T3" fmla="*/ 566 h 582"/>
                <a:gd name="T4" fmla="*/ 21 w 592"/>
                <a:gd name="T5" fmla="*/ 329 h 582"/>
                <a:gd name="T6" fmla="*/ 21 w 592"/>
                <a:gd name="T7" fmla="*/ 252 h 582"/>
                <a:gd name="T8" fmla="*/ 258 w 592"/>
                <a:gd name="T9" fmla="*/ 16 h 582"/>
                <a:gd name="T10" fmla="*/ 296 w 592"/>
                <a:gd name="T11" fmla="*/ 0 h 582"/>
                <a:gd name="T12" fmla="*/ 334 w 592"/>
                <a:gd name="T13" fmla="*/ 16 h 582"/>
                <a:gd name="T14" fmla="*/ 571 w 592"/>
                <a:gd name="T15" fmla="*/ 252 h 582"/>
                <a:gd name="T16" fmla="*/ 571 w 592"/>
                <a:gd name="T17" fmla="*/ 329 h 582"/>
                <a:gd name="T18" fmla="*/ 334 w 592"/>
                <a:gd name="T19" fmla="*/ 566 h 582"/>
                <a:gd name="T20" fmla="*/ 296 w 592"/>
                <a:gd name="T21" fmla="*/ 582 h 582"/>
                <a:gd name="T22" fmla="*/ 296 w 592"/>
                <a:gd name="T23" fmla="*/ 10 h 582"/>
                <a:gd name="T24" fmla="*/ 265 w 592"/>
                <a:gd name="T25" fmla="*/ 23 h 582"/>
                <a:gd name="T26" fmla="*/ 28 w 592"/>
                <a:gd name="T27" fmla="*/ 259 h 582"/>
                <a:gd name="T28" fmla="*/ 28 w 592"/>
                <a:gd name="T29" fmla="*/ 322 h 582"/>
                <a:gd name="T30" fmla="*/ 265 w 592"/>
                <a:gd name="T31" fmla="*/ 559 h 582"/>
                <a:gd name="T32" fmla="*/ 296 w 592"/>
                <a:gd name="T33" fmla="*/ 572 h 582"/>
                <a:gd name="T34" fmla="*/ 327 w 592"/>
                <a:gd name="T35" fmla="*/ 559 h 582"/>
                <a:gd name="T36" fmla="*/ 564 w 592"/>
                <a:gd name="T37" fmla="*/ 322 h 582"/>
                <a:gd name="T38" fmla="*/ 564 w 592"/>
                <a:gd name="T39" fmla="*/ 259 h 582"/>
                <a:gd name="T40" fmla="*/ 327 w 592"/>
                <a:gd name="T41" fmla="*/ 23 h 582"/>
                <a:gd name="T42" fmla="*/ 296 w 592"/>
                <a:gd name="T43" fmla="*/ 1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2" h="582">
                  <a:moveTo>
                    <a:pt x="296" y="582"/>
                  </a:moveTo>
                  <a:cubicBezTo>
                    <a:pt x="282" y="582"/>
                    <a:pt x="268" y="576"/>
                    <a:pt x="258" y="566"/>
                  </a:cubicBezTo>
                  <a:cubicBezTo>
                    <a:pt x="21" y="329"/>
                    <a:pt x="21" y="329"/>
                    <a:pt x="21" y="329"/>
                  </a:cubicBezTo>
                  <a:cubicBezTo>
                    <a:pt x="0" y="308"/>
                    <a:pt x="0" y="274"/>
                    <a:pt x="21" y="252"/>
                  </a:cubicBezTo>
                  <a:cubicBezTo>
                    <a:pt x="258" y="16"/>
                    <a:pt x="258" y="16"/>
                    <a:pt x="258" y="16"/>
                  </a:cubicBezTo>
                  <a:cubicBezTo>
                    <a:pt x="268" y="5"/>
                    <a:pt x="282" y="0"/>
                    <a:pt x="296" y="0"/>
                  </a:cubicBezTo>
                  <a:cubicBezTo>
                    <a:pt x="311" y="0"/>
                    <a:pt x="324" y="5"/>
                    <a:pt x="334" y="16"/>
                  </a:cubicBezTo>
                  <a:cubicBezTo>
                    <a:pt x="571" y="252"/>
                    <a:pt x="571" y="252"/>
                    <a:pt x="571" y="252"/>
                  </a:cubicBezTo>
                  <a:cubicBezTo>
                    <a:pt x="592" y="274"/>
                    <a:pt x="592" y="308"/>
                    <a:pt x="571" y="329"/>
                  </a:cubicBezTo>
                  <a:cubicBezTo>
                    <a:pt x="334" y="566"/>
                    <a:pt x="334" y="566"/>
                    <a:pt x="334" y="566"/>
                  </a:cubicBezTo>
                  <a:cubicBezTo>
                    <a:pt x="324" y="576"/>
                    <a:pt x="311" y="582"/>
                    <a:pt x="296" y="582"/>
                  </a:cubicBezTo>
                  <a:close/>
                  <a:moveTo>
                    <a:pt x="296" y="10"/>
                  </a:moveTo>
                  <a:cubicBezTo>
                    <a:pt x="284" y="10"/>
                    <a:pt x="273" y="14"/>
                    <a:pt x="265" y="23"/>
                  </a:cubicBezTo>
                  <a:cubicBezTo>
                    <a:pt x="28" y="259"/>
                    <a:pt x="28" y="259"/>
                    <a:pt x="28" y="259"/>
                  </a:cubicBezTo>
                  <a:cubicBezTo>
                    <a:pt x="11" y="277"/>
                    <a:pt x="11" y="305"/>
                    <a:pt x="28" y="322"/>
                  </a:cubicBezTo>
                  <a:cubicBezTo>
                    <a:pt x="265" y="559"/>
                    <a:pt x="265" y="559"/>
                    <a:pt x="265" y="559"/>
                  </a:cubicBezTo>
                  <a:cubicBezTo>
                    <a:pt x="273" y="567"/>
                    <a:pt x="284" y="572"/>
                    <a:pt x="296" y="572"/>
                  </a:cubicBezTo>
                  <a:cubicBezTo>
                    <a:pt x="308" y="572"/>
                    <a:pt x="319" y="567"/>
                    <a:pt x="327" y="559"/>
                  </a:cubicBezTo>
                  <a:cubicBezTo>
                    <a:pt x="564" y="322"/>
                    <a:pt x="564" y="322"/>
                    <a:pt x="564" y="322"/>
                  </a:cubicBezTo>
                  <a:cubicBezTo>
                    <a:pt x="581" y="305"/>
                    <a:pt x="581" y="277"/>
                    <a:pt x="564" y="259"/>
                  </a:cubicBezTo>
                  <a:cubicBezTo>
                    <a:pt x="327" y="23"/>
                    <a:pt x="327" y="23"/>
                    <a:pt x="327" y="23"/>
                  </a:cubicBezTo>
                  <a:cubicBezTo>
                    <a:pt x="319" y="14"/>
                    <a:pt x="308" y="10"/>
                    <a:pt x="296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39" name="Freeform 1234">
              <a:extLst>
                <a:ext uri="{FF2B5EF4-FFF2-40B4-BE49-F238E27FC236}">
                  <a16:creationId xmlns:a16="http://schemas.microsoft.com/office/drawing/2014/main" id="{1181955C-49EA-89B5-6AC0-5FEF6C1D95E4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auto">
            <a:xfrm>
              <a:off x="-439065" y="612775"/>
              <a:ext cx="5009696" cy="5017704"/>
            </a:xfrm>
            <a:custGeom>
              <a:avLst/>
              <a:gdLst>
                <a:gd name="T0" fmla="*/ 634 w 1132"/>
                <a:gd name="T1" fmla="*/ 1095 h 1133"/>
                <a:gd name="T2" fmla="*/ 498 w 1132"/>
                <a:gd name="T3" fmla="*/ 1095 h 1133"/>
                <a:gd name="T4" fmla="*/ 37 w 1132"/>
                <a:gd name="T5" fmla="*/ 634 h 1133"/>
                <a:gd name="T6" fmla="*/ 37 w 1132"/>
                <a:gd name="T7" fmla="*/ 499 h 1133"/>
                <a:gd name="T8" fmla="*/ 498 w 1132"/>
                <a:gd name="T9" fmla="*/ 38 h 1133"/>
                <a:gd name="T10" fmla="*/ 634 w 1132"/>
                <a:gd name="T11" fmla="*/ 38 h 1133"/>
                <a:gd name="T12" fmla="*/ 1095 w 1132"/>
                <a:gd name="T13" fmla="*/ 499 h 1133"/>
                <a:gd name="T14" fmla="*/ 1095 w 1132"/>
                <a:gd name="T15" fmla="*/ 634 h 1133"/>
                <a:gd name="T16" fmla="*/ 634 w 1132"/>
                <a:gd name="T17" fmla="*/ 1095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2" h="1133">
                  <a:moveTo>
                    <a:pt x="634" y="1095"/>
                  </a:moveTo>
                  <a:cubicBezTo>
                    <a:pt x="596" y="1133"/>
                    <a:pt x="536" y="1133"/>
                    <a:pt x="498" y="1095"/>
                  </a:cubicBezTo>
                  <a:cubicBezTo>
                    <a:pt x="37" y="634"/>
                    <a:pt x="37" y="634"/>
                    <a:pt x="37" y="634"/>
                  </a:cubicBezTo>
                  <a:cubicBezTo>
                    <a:pt x="0" y="597"/>
                    <a:pt x="0" y="536"/>
                    <a:pt x="37" y="499"/>
                  </a:cubicBezTo>
                  <a:cubicBezTo>
                    <a:pt x="498" y="38"/>
                    <a:pt x="498" y="38"/>
                    <a:pt x="498" y="38"/>
                  </a:cubicBezTo>
                  <a:cubicBezTo>
                    <a:pt x="536" y="0"/>
                    <a:pt x="596" y="0"/>
                    <a:pt x="634" y="38"/>
                  </a:cubicBezTo>
                  <a:cubicBezTo>
                    <a:pt x="1095" y="499"/>
                    <a:pt x="1095" y="499"/>
                    <a:pt x="1095" y="499"/>
                  </a:cubicBezTo>
                  <a:cubicBezTo>
                    <a:pt x="1132" y="536"/>
                    <a:pt x="1132" y="597"/>
                    <a:pt x="1095" y="634"/>
                  </a:cubicBezTo>
                  <a:lnTo>
                    <a:pt x="634" y="10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40" name="矩形 39">
            <a:extLst>
              <a:ext uri="{FF2B5EF4-FFF2-40B4-BE49-F238E27FC236}">
                <a16:creationId xmlns:a16="http://schemas.microsoft.com/office/drawing/2014/main" id="{AA68BBB0-D766-FA03-3782-6E92D27ADB9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221105" y="4662170"/>
            <a:ext cx="765175" cy="5219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</a:t>
            </a:r>
            <a:r>
              <a:rPr lang="en-US" altLang="zh-CN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3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8CFD9F4-219E-FF89-2D66-D88571C8B0B0}"/>
              </a:ext>
            </a:extLst>
          </p:cNvPr>
          <p:cNvSpPr txBox="1"/>
          <p:nvPr/>
        </p:nvSpPr>
        <p:spPr>
          <a:xfrm>
            <a:off x="1933575" y="4445000"/>
            <a:ext cx="9245600" cy="10839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latin typeface="宋体" pitchFamily="2" charset="-122"/>
                <a:ea typeface="宋体" pitchFamily="2" charset="-122"/>
                <a:cs typeface="宋体" pitchFamily="2" charset="-122"/>
              </a:rPr>
              <a:t>怎么</a:t>
            </a:r>
            <a:r>
              <a:rPr lang="zh-CN" altLang="en-US" sz="2800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执行</a:t>
            </a:r>
            <a:r>
              <a:rPr lang="zh-CN" altLang="en-US" sz="2800" dirty="0">
                <a:latin typeface="宋体" pitchFamily="2" charset="-122"/>
                <a:ea typeface="宋体" pitchFamily="2" charset="-122"/>
                <a:cs typeface="宋体" pitchFamily="2" charset="-122"/>
              </a:rPr>
              <a:t>？ 恢复操作在真实设备上能否成功执行，执行后状态是否真的回到预期。</a:t>
            </a:r>
            <a:endParaRPr lang="zh-CN" altLang="en-US" sz="2800" dirty="0">
              <a:highlight>
                <a:srgbClr val="FFFF00"/>
              </a:highlight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13B298-1268-C830-C329-8C05E6696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333DAFD6-7585-39E8-D1EC-966AF427765B}"/>
              </a:ext>
            </a:extLst>
          </p:cNvPr>
          <p:cNvGrpSpPr/>
          <p:nvPr/>
        </p:nvGrpSpPr>
        <p:grpSpPr>
          <a:xfrm>
            <a:off x="10001119" y="183711"/>
            <a:ext cx="1964493" cy="708062"/>
            <a:chOff x="4246274" y="-10895"/>
            <a:chExt cx="3940182" cy="1420161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04FFC86E-1B8F-C477-C77A-1DDE9643CCD2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31" name="图片 30">
                <a:extLst>
                  <a:ext uri="{FF2B5EF4-FFF2-40B4-BE49-F238E27FC236}">
                    <a16:creationId xmlns:a16="http://schemas.microsoft.com/office/drawing/2014/main" id="{DA4BD493-2D84-255A-2AEE-1FE01CEFA2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2" name="图片 31">
                <a:extLst>
                  <a:ext uri="{FF2B5EF4-FFF2-40B4-BE49-F238E27FC236}">
                    <a16:creationId xmlns:a16="http://schemas.microsoft.com/office/drawing/2014/main" id="{8B31387D-C5A5-B98D-09C6-7054FC7429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068885FB-E44E-7A8F-1019-649E9983F2BB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FUDAN UNIVERSITY</a:t>
              </a: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27A52FC7-EFFF-E57A-C649-FAFBD369F037}"/>
              </a:ext>
            </a:extLst>
          </p:cNvPr>
          <p:cNvGrpSpPr/>
          <p:nvPr/>
        </p:nvGrpSpPr>
        <p:grpSpPr>
          <a:xfrm>
            <a:off x="0" y="140728"/>
            <a:ext cx="3575720" cy="838986"/>
            <a:chOff x="0" y="260648"/>
            <a:chExt cx="3575720" cy="838986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C2CD755C-265B-748B-7454-061853FC8115}"/>
                </a:ext>
              </a:extLst>
            </p:cNvPr>
            <p:cNvSpPr/>
            <p:nvPr/>
          </p:nvSpPr>
          <p:spPr>
            <a:xfrm>
              <a:off x="0" y="307546"/>
              <a:ext cx="551384" cy="792088"/>
            </a:xfrm>
            <a:prstGeom prst="rect">
              <a:avLst/>
            </a:prstGeom>
            <a:solidFill>
              <a:srgbClr val="961318"/>
            </a:solidFill>
            <a:ln w="25400" cap="flat" cmpd="sng" algn="ctr">
              <a:solidFill>
                <a:srgbClr val="961318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3B13ECDD-85F2-4D18-3B5F-23DC62E88904}"/>
                </a:ext>
              </a:extLst>
            </p:cNvPr>
            <p:cNvGrpSpPr/>
            <p:nvPr/>
          </p:nvGrpSpPr>
          <p:grpSpPr>
            <a:xfrm>
              <a:off x="695400" y="260648"/>
              <a:ext cx="2880320" cy="574366"/>
              <a:chOff x="623392" y="310880"/>
              <a:chExt cx="2880320" cy="574366"/>
            </a:xfrm>
          </p:grpSpPr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CDF3598B-698F-F853-4F6B-3B830B3CF435}"/>
                  </a:ext>
                </a:extLst>
              </p:cNvPr>
              <p:cNvSpPr txBox="1"/>
              <p:nvPr/>
            </p:nvSpPr>
            <p:spPr>
              <a:xfrm>
                <a:off x="623392" y="310880"/>
                <a:ext cx="162736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800" b="1" kern="0" dirty="0">
                    <a:solidFill>
                      <a:prstClr val="black"/>
                    </a:solidFill>
                    <a:latin typeface="宋体" pitchFamily="2" charset="-122"/>
                    <a:ea typeface="宋体" pitchFamily="2" charset="-122"/>
                    <a:cs typeface="Times New Roman" panose="02020503050405090304" charset="0"/>
                  </a:rPr>
                  <a:t>现有成果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anose="02020503050405090304" charset="0"/>
                </a:endParaRPr>
              </a:p>
            </p:txBody>
          </p: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E9C32283-4C65-1DC7-16D3-107929B762FF}"/>
                  </a:ext>
                </a:extLst>
              </p:cNvPr>
              <p:cNvCxnSpPr/>
              <p:nvPr/>
            </p:nvCxnSpPr>
            <p:spPr>
              <a:xfrm>
                <a:off x="623392" y="885246"/>
                <a:ext cx="2880320" cy="0"/>
              </a:xfrm>
              <a:prstGeom prst="line">
                <a:avLst/>
              </a:prstGeom>
              <a:noFill/>
              <a:ln w="28575" cap="flat" cmpd="sng" algn="ctr">
                <a:gradFill flip="none" rotWithShape="1">
                  <a:gsLst>
                    <a:gs pos="0">
                      <a:srgbClr val="961318"/>
                    </a:gs>
                    <a:gs pos="81000">
                      <a:srgbClr val="961318">
                        <a:alpha val="20000"/>
                      </a:srgbClr>
                    </a:gs>
                    <a:gs pos="100000">
                      <a:srgbClr val="961318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DE28008-78FD-E920-B51A-E8ADBD1C9654}"/>
              </a:ext>
            </a:extLst>
          </p:cNvPr>
          <p:cNvSpPr txBox="1"/>
          <p:nvPr/>
        </p:nvSpPr>
        <p:spPr>
          <a:xfrm>
            <a:off x="11579745" y="4260880"/>
            <a:ext cx="462280" cy="2438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endParaRPr lang="zh-CN" altLang="en-US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AutoShape 22">
            <a:extLst>
              <a:ext uri="{FF2B5EF4-FFF2-40B4-BE49-F238E27FC236}">
                <a16:creationId xmlns:a16="http://schemas.microsoft.com/office/drawing/2014/main" id="{A7A86662-099C-6D40-EB14-8A6D737E7FD0}"/>
              </a:ext>
            </a:extLst>
          </p:cNvPr>
          <p:cNvSpPr/>
          <p:nvPr/>
        </p:nvSpPr>
        <p:spPr>
          <a:xfrm>
            <a:off x="762000" y="5299364"/>
            <a:ext cx="10668000" cy="1294084"/>
          </a:xfrm>
          <a:prstGeom prst="roundRect">
            <a:avLst>
              <a:gd name="adj" fmla="val 16666"/>
            </a:avLst>
          </a:prstGeom>
          <a:solidFill>
            <a:srgbClr val="C00000">
              <a:alpha val="10000"/>
            </a:srgbClr>
          </a:solidFill>
          <a:ln w="12700" cap="flat" cmpd="sng">
            <a:solidFill>
              <a:srgbClr val="C00000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000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" name="Picture 23">
            <a:extLst>
              <a:ext uri="{FF2B5EF4-FFF2-40B4-BE49-F238E27FC236}">
                <a16:creationId xmlns:a16="http://schemas.microsoft.com/office/drawing/2014/main" id="{6D32CD21-A60D-01B4-0CB0-D65CFEC136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5755905"/>
            <a:ext cx="381000" cy="381000"/>
          </a:xfrm>
          <a:prstGeom prst="rect">
            <a:avLst/>
          </a:prstGeom>
        </p:spPr>
      </p:pic>
      <p:sp>
        <p:nvSpPr>
          <p:cNvPr id="13" name="AutoShape 24">
            <a:extLst>
              <a:ext uri="{FF2B5EF4-FFF2-40B4-BE49-F238E27FC236}">
                <a16:creationId xmlns:a16="http://schemas.microsoft.com/office/drawing/2014/main" id="{50A9DB54-A482-9FF6-CE4F-86201007376A}"/>
              </a:ext>
            </a:extLst>
          </p:cNvPr>
          <p:cNvSpPr/>
          <p:nvPr/>
        </p:nvSpPr>
        <p:spPr>
          <a:xfrm>
            <a:off x="1523999" y="5956261"/>
            <a:ext cx="9972601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2000" i="0" u="none" strike="noStrike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/>
              <a:sym typeface="Noto Sans SC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F8E20E8-4C18-CE12-AA80-35E997127E9D}"/>
              </a:ext>
            </a:extLst>
          </p:cNvPr>
          <p:cNvSpPr txBox="1"/>
          <p:nvPr/>
        </p:nvSpPr>
        <p:spPr>
          <a:xfrm>
            <a:off x="6137572" y="1681539"/>
            <a:ext cx="4842955" cy="329553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sz="20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设计了端到端的污染恢复</a:t>
            </a:r>
            <a:r>
              <a:rPr lang="en-US" altLang="zh-CN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Agent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系统</a:t>
            </a:r>
            <a:endParaRPr lang="en-US" altLang="zh-CN" sz="20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endParaRPr lang="en-US" altLang="zh-CN" sz="20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端到端恢复成功率</a:t>
            </a:r>
            <a:r>
              <a:rPr lang="en-US" altLang="zh-CN" sz="2800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63.2%</a:t>
            </a:r>
          </a:p>
          <a:p>
            <a:pPr marL="285750" indent="-285750">
              <a:buFont typeface="Wingdings" panose="05000000000000000000" charset="0"/>
              <a:buChar char=""/>
            </a:pPr>
            <a:endParaRPr lang="en-US" altLang="zh-CN" sz="2000" b="1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一次恢复任务平均迭代 </a:t>
            </a:r>
            <a:r>
              <a:rPr lang="en-US" altLang="zh-CN" sz="2000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1.51</a:t>
            </a:r>
            <a:r>
              <a:rPr lang="en-US" altLang="zh-CN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 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轮</a:t>
            </a:r>
            <a:endParaRPr lang="en-US" altLang="zh-CN" sz="20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endParaRPr lang="en-US" altLang="zh-CN" sz="20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 altLang="zh-CN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8 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类故障注入全部正确处理</a:t>
            </a:r>
            <a:endParaRPr lang="en-US" altLang="zh-CN" sz="20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endParaRPr lang="en-US" altLang="zh-CN" sz="20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未清除的污染不会被误判为已恢复</a:t>
            </a:r>
            <a:endParaRPr lang="en-US" altLang="zh-CN" sz="20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endParaRPr lang="zh-CN" altLang="en-US" sz="20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endParaRPr lang="zh-CN" altLang="en-US" sz="20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5C76BE-4DC2-C0AE-7C92-CF673F1656D4}"/>
              </a:ext>
            </a:extLst>
          </p:cNvPr>
          <p:cNvSpPr/>
          <p:nvPr/>
        </p:nvSpPr>
        <p:spPr>
          <a:xfrm>
            <a:off x="6137572" y="1482149"/>
            <a:ext cx="4786588" cy="39878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Times New Roman Bold" panose="02020503050405090304" charset="0"/>
                <a:ea typeface="宋体" charset="0"/>
                <a:cs typeface="Times New Roman Bold" panose="02020503050405090304" charset="0"/>
              </a:rPr>
              <a:t>02 </a:t>
            </a:r>
            <a:r>
              <a:rPr lang="zh-CN" altLang="en-US" sz="2000" b="1" kern="0" dirty="0">
                <a:solidFill>
                  <a:schemeClr val="bg1"/>
                </a:solidFill>
                <a:latin typeface="Times New Roman Bold" panose="02020503050405090304" charset="0"/>
                <a:ea typeface="宋体" charset="0"/>
                <a:cs typeface="Times New Roman Bold" panose="02020503050405090304" charset="0"/>
              </a:rPr>
              <a:t>方法验证</a:t>
            </a:r>
            <a:endParaRPr lang="zh-CN" altLang="en-US" sz="2000" b="1" kern="0" dirty="0">
              <a:solidFill>
                <a:schemeClr val="bg1"/>
              </a:solidFill>
              <a:latin typeface="Times New Roman" panose="02020603050405020304" pitchFamily="18" charset="0"/>
              <a:ea typeface="宋体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944D6B8-A6A1-DC9B-F98D-4C751E35D98B}"/>
              </a:ext>
            </a:extLst>
          </p:cNvPr>
          <p:cNvSpPr txBox="1"/>
          <p:nvPr/>
        </p:nvSpPr>
        <p:spPr>
          <a:xfrm>
            <a:off x="695399" y="1681539"/>
            <a:ext cx="4842955" cy="329553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24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 sz="2000" b="1" dirty="0">
                <a:latin typeface="宋体" pitchFamily="2" charset="-122"/>
                <a:ea typeface="宋体" pitchFamily="2" charset="-122"/>
                <a:cs typeface="宋体" pitchFamily="2" charset="-122"/>
              </a:rPr>
              <a:t>平台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：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  <a:cs typeface="宋体" pitchFamily="2" charset="-122"/>
              </a:rPr>
              <a:t>MobileBench</a:t>
            </a:r>
            <a:r>
              <a:rPr lang="en-US" altLang="zh-CN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-OL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真机实验</a:t>
            </a:r>
            <a:endParaRPr lang="en-US" altLang="zh-CN" sz="20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endParaRPr lang="en-US" altLang="zh-CN" sz="20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 sz="2000" b="1" dirty="0">
                <a:latin typeface="宋体" pitchFamily="2" charset="-122"/>
                <a:ea typeface="宋体" pitchFamily="2" charset="-122"/>
                <a:cs typeface="宋体" pitchFamily="2" charset="-122"/>
              </a:rPr>
              <a:t>规模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：</a:t>
            </a:r>
            <a:r>
              <a:rPr lang="en-US" altLang="zh-CN" sz="2000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310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个任务，</a:t>
            </a:r>
            <a:r>
              <a:rPr lang="en-US" altLang="zh-CN" sz="2000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12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款</a:t>
            </a:r>
            <a:r>
              <a:rPr lang="en-US" altLang="zh-CN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APP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，</a:t>
            </a:r>
            <a:r>
              <a:rPr lang="en-US" altLang="zh-CN" sz="2000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2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个模型</a:t>
            </a:r>
            <a:endParaRPr lang="en-US" altLang="zh-CN" sz="20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endParaRPr lang="en-US" altLang="zh-CN" sz="20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 sz="2000" b="1" dirty="0">
                <a:latin typeface="宋体" pitchFamily="2" charset="-122"/>
                <a:ea typeface="宋体" pitchFamily="2" charset="-122"/>
                <a:cs typeface="宋体" pitchFamily="2" charset="-122"/>
              </a:rPr>
              <a:t>设计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：规范序</a:t>
            </a:r>
            <a:r>
              <a:rPr lang="en-US" altLang="zh-CN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vs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乱序，清理</a:t>
            </a:r>
            <a:r>
              <a:rPr lang="en-US" altLang="zh-CN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vs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不清理</a:t>
            </a:r>
            <a:endParaRPr lang="en-US" altLang="zh-CN" sz="20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endParaRPr lang="en-US" altLang="zh-CN" sz="20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 sz="2000" b="1" dirty="0">
                <a:latin typeface="宋体" pitchFamily="2" charset="-122"/>
                <a:ea typeface="宋体" pitchFamily="2" charset="-122"/>
                <a:cs typeface="宋体" pitchFamily="2" charset="-122"/>
              </a:rPr>
              <a:t>结论</a:t>
            </a:r>
            <a:r>
              <a:rPr lang="zh-CN" altLang="en-US" sz="2000" dirty="0">
                <a:latin typeface="宋体" pitchFamily="2" charset="-122"/>
                <a:ea typeface="宋体" pitchFamily="2" charset="-122"/>
                <a:cs typeface="宋体" pitchFamily="2" charset="-122"/>
              </a:rPr>
              <a:t>：在存在污染状态残留时，任务的成功率会下降</a:t>
            </a:r>
            <a:r>
              <a:rPr lang="en-US" altLang="zh-CN" sz="2800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12%-15%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E9C7772-253E-CD4A-C623-7FBE15D8A255}"/>
              </a:ext>
            </a:extLst>
          </p:cNvPr>
          <p:cNvSpPr/>
          <p:nvPr/>
        </p:nvSpPr>
        <p:spPr>
          <a:xfrm>
            <a:off x="695399" y="1482149"/>
            <a:ext cx="4786588" cy="39878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Times New Roman Bold" panose="02020503050405090304" charset="0"/>
                <a:ea typeface="宋体" charset="0"/>
                <a:cs typeface="Times New Roman Bold" panose="02020503050405090304" charset="0"/>
              </a:rPr>
              <a:t>01 </a:t>
            </a:r>
            <a:r>
              <a:rPr lang="zh-CN" altLang="en-US" sz="2000" b="1" kern="0" dirty="0">
                <a:solidFill>
                  <a:schemeClr val="bg1"/>
                </a:solidFill>
                <a:latin typeface="Times New Roman Bold" panose="02020503050405090304" charset="0"/>
                <a:ea typeface="宋体" charset="0"/>
                <a:cs typeface="Times New Roman Bold" panose="02020503050405090304" charset="0"/>
              </a:rPr>
              <a:t>问题验证</a:t>
            </a:r>
            <a:endParaRPr lang="zh-CN" altLang="en-US" sz="2000" b="1" kern="0" dirty="0">
              <a:solidFill>
                <a:schemeClr val="bg1"/>
              </a:solidFill>
              <a:latin typeface="Times New Roman" panose="02020603050405020304" pitchFamily="18" charset="0"/>
              <a:ea typeface="宋体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0F11226-EE72-88FA-9A85-EFB68A58D48B}"/>
              </a:ext>
            </a:extLst>
          </p:cNvPr>
          <p:cNvSpPr txBox="1"/>
          <p:nvPr/>
        </p:nvSpPr>
        <p:spPr>
          <a:xfrm>
            <a:off x="1523999" y="5438573"/>
            <a:ext cx="90198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961318"/>
                </a:solidFill>
                <a:latin typeface="宋体" pitchFamily="2" charset="-122"/>
                <a:ea typeface="宋体" pitchFamily="2" charset="-122"/>
              </a:rPr>
              <a:t>已完成问题存在性验证与方法初步验证</a:t>
            </a:r>
            <a:endParaRPr lang="en-US" altLang="zh-CN" sz="2000" dirty="0">
              <a:solidFill>
                <a:srgbClr val="961318"/>
              </a:solidFill>
              <a:latin typeface="宋体" pitchFamily="2" charset="-122"/>
              <a:ea typeface="宋体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961318"/>
                </a:solidFill>
                <a:latin typeface="宋体" pitchFamily="2" charset="-122"/>
                <a:ea typeface="宋体" pitchFamily="2" charset="-122"/>
              </a:rPr>
              <a:t>恢复 </a:t>
            </a:r>
            <a:r>
              <a:rPr lang="en-US" altLang="zh-CN" sz="2000" dirty="0">
                <a:solidFill>
                  <a:srgbClr val="961318"/>
                </a:solidFill>
                <a:latin typeface="宋体" pitchFamily="2" charset="-122"/>
                <a:ea typeface="宋体" pitchFamily="2" charset="-122"/>
              </a:rPr>
              <a:t>pipeline </a:t>
            </a:r>
            <a:r>
              <a:rPr lang="zh-CN" altLang="en-US" sz="2000" dirty="0">
                <a:solidFill>
                  <a:srgbClr val="961318"/>
                </a:solidFill>
                <a:latin typeface="宋体" pitchFamily="2" charset="-122"/>
                <a:ea typeface="宋体" pitchFamily="2" charset="-122"/>
              </a:rPr>
              <a:t>可端到端运行</a:t>
            </a:r>
            <a:endParaRPr lang="en-US" altLang="zh-CN" sz="2000" dirty="0">
              <a:solidFill>
                <a:srgbClr val="961318"/>
              </a:solidFill>
              <a:latin typeface="宋体" pitchFamily="2" charset="-122"/>
              <a:ea typeface="宋体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961318"/>
                </a:solidFill>
                <a:latin typeface="宋体" pitchFamily="2" charset="-122"/>
                <a:ea typeface="宋体" pitchFamily="2" charset="-122"/>
              </a:rPr>
              <a:t>后续优化恢复成功率与执行效率</a:t>
            </a:r>
          </a:p>
        </p:txBody>
      </p:sp>
    </p:spTree>
    <p:extLst>
      <p:ext uri="{BB962C8B-B14F-4D97-AF65-F5344CB8AC3E}">
        <p14:creationId xmlns:p14="http://schemas.microsoft.com/office/powerpoint/2010/main" val="385998299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0001119" y="183711"/>
            <a:ext cx="1964493" cy="708062"/>
            <a:chOff x="4246274" y="-10895"/>
            <a:chExt cx="3940182" cy="1420161"/>
          </a:xfrm>
        </p:grpSpPr>
        <p:grpSp>
          <p:nvGrpSpPr>
            <p:cNvPr id="29" name="组合 28"/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30" name="矩形 29"/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FUDAN UNIVERSITY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0" y="140728"/>
            <a:ext cx="3575720" cy="838986"/>
            <a:chOff x="0" y="260648"/>
            <a:chExt cx="3575720" cy="838986"/>
          </a:xfrm>
        </p:grpSpPr>
        <p:sp>
          <p:nvSpPr>
            <p:cNvPr id="44" name="矩形 43"/>
            <p:cNvSpPr/>
            <p:nvPr/>
          </p:nvSpPr>
          <p:spPr>
            <a:xfrm>
              <a:off x="0" y="307546"/>
              <a:ext cx="551384" cy="792088"/>
            </a:xfrm>
            <a:prstGeom prst="rect">
              <a:avLst/>
            </a:prstGeom>
            <a:solidFill>
              <a:srgbClr val="961318"/>
            </a:solidFill>
            <a:ln w="25400" cap="flat" cmpd="sng" algn="ctr">
              <a:solidFill>
                <a:srgbClr val="961318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695400" y="260648"/>
              <a:ext cx="2880320" cy="574366"/>
              <a:chOff x="623392" y="310880"/>
              <a:chExt cx="2880320" cy="574366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623392" y="310880"/>
                <a:ext cx="162736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800" b="1" kern="0" dirty="0">
                    <a:solidFill>
                      <a:prstClr val="black"/>
                    </a:solidFill>
                    <a:latin typeface="宋体" pitchFamily="2" charset="-122"/>
                    <a:ea typeface="宋体" pitchFamily="2" charset="-122"/>
                    <a:cs typeface="Times New Roman" panose="02020503050405090304" charset="0"/>
                  </a:rPr>
                  <a:t>现有成果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anose="02020503050405090304" charset="0"/>
                </a:endParaRPr>
              </a:p>
            </p:txBody>
          </p:sp>
          <p:cxnSp>
            <p:nvCxnSpPr>
              <p:cNvPr id="47" name="直接连接符 46"/>
              <p:cNvCxnSpPr/>
              <p:nvPr/>
            </p:nvCxnSpPr>
            <p:spPr>
              <a:xfrm>
                <a:off x="623392" y="885246"/>
                <a:ext cx="2880320" cy="0"/>
              </a:xfrm>
              <a:prstGeom prst="line">
                <a:avLst/>
              </a:prstGeom>
              <a:noFill/>
              <a:ln w="28575" cap="flat" cmpd="sng" algn="ctr">
                <a:gradFill flip="none" rotWithShape="1">
                  <a:gsLst>
                    <a:gs pos="0">
                      <a:srgbClr val="961318"/>
                    </a:gs>
                    <a:gs pos="81000">
                      <a:srgbClr val="961318">
                        <a:alpha val="20000"/>
                      </a:srgbClr>
                    </a:gs>
                    <a:gs pos="100000">
                      <a:srgbClr val="961318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</p:grpSp>
      </p:grpSp>
      <p:sp>
        <p:nvSpPr>
          <p:cNvPr id="2" name="文本框 1"/>
          <p:cNvSpPr txBox="1"/>
          <p:nvPr/>
        </p:nvSpPr>
        <p:spPr>
          <a:xfrm>
            <a:off x="5812790" y="4344035"/>
            <a:ext cx="462280" cy="2438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endParaRPr lang="zh-CN" altLang="en-US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1E1A4C7-B715-70B5-74C5-0627A99728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400" y="1173483"/>
            <a:ext cx="10734600" cy="4639564"/>
          </a:xfrm>
          <a:prstGeom prst="rect">
            <a:avLst/>
          </a:prstGeom>
        </p:spPr>
      </p:pic>
      <p:sp>
        <p:nvSpPr>
          <p:cNvPr id="9" name="AutoShape 22">
            <a:extLst>
              <a:ext uri="{FF2B5EF4-FFF2-40B4-BE49-F238E27FC236}">
                <a16:creationId xmlns:a16="http://schemas.microsoft.com/office/drawing/2014/main" id="{EC652451-9642-3BB4-78E8-A5818AF6BCB0}"/>
              </a:ext>
            </a:extLst>
          </p:cNvPr>
          <p:cNvSpPr/>
          <p:nvPr/>
        </p:nvSpPr>
        <p:spPr>
          <a:xfrm>
            <a:off x="762000" y="5831448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C00000">
              <a:alpha val="10000"/>
            </a:srgbClr>
          </a:solidFill>
          <a:ln w="12700" cap="flat" cmpd="sng">
            <a:solidFill>
              <a:srgbClr val="C00000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污染检测 → 恢复生成 → 执行与验证</a:t>
            </a:r>
            <a:r>
              <a:rPr lang="zh-CN" altLang="en-US" sz="20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三阶段闭环，由确定性策略引擎驱动控制流。</a:t>
            </a:r>
            <a:endParaRPr sz="2000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" name="Picture 23">
            <a:extLst>
              <a:ext uri="{FF2B5EF4-FFF2-40B4-BE49-F238E27FC236}">
                <a16:creationId xmlns:a16="http://schemas.microsoft.com/office/drawing/2014/main" id="{AB289F0E-9EA6-21EF-9A4A-838C3A27CA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6021948"/>
            <a:ext cx="381000" cy="381000"/>
          </a:xfrm>
          <a:prstGeom prst="rect">
            <a:avLst/>
          </a:prstGeom>
        </p:spPr>
      </p:pic>
      <p:sp>
        <p:nvSpPr>
          <p:cNvPr id="13" name="AutoShape 24">
            <a:extLst>
              <a:ext uri="{FF2B5EF4-FFF2-40B4-BE49-F238E27FC236}">
                <a16:creationId xmlns:a16="http://schemas.microsoft.com/office/drawing/2014/main" id="{94F03788-A167-B820-9406-65E828E208DE}"/>
              </a:ext>
            </a:extLst>
          </p:cNvPr>
          <p:cNvSpPr/>
          <p:nvPr/>
        </p:nvSpPr>
        <p:spPr>
          <a:xfrm>
            <a:off x="1523999" y="5956261"/>
            <a:ext cx="9972601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2000" i="0" u="none" strike="noStrike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/>
              <a:sym typeface="Noto Sans SC"/>
            </a:endParaRPr>
          </a:p>
        </p:txBody>
      </p: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388" y="6420418"/>
            <a:ext cx="2752321" cy="366562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0001119" y="183711"/>
            <a:ext cx="1964493" cy="708062"/>
            <a:chOff x="4246274" y="-10895"/>
            <a:chExt cx="3940182" cy="1420161"/>
          </a:xfrm>
        </p:grpSpPr>
        <p:grpSp>
          <p:nvGrpSpPr>
            <p:cNvPr id="29" name="组合 28"/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30" name="矩形 29"/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FUDAN UNIVERSITY</a:t>
              </a: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596" y="676618"/>
            <a:ext cx="6541996" cy="654199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698750" y="767080"/>
            <a:ext cx="6264275" cy="965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zh-CN" sz="4400" b="1" dirty="0">
              <a:solidFill>
                <a:srgbClr val="C00000"/>
              </a:solidFill>
              <a:latin typeface="宋体" pitchFamily="2" charset="-122"/>
              <a:ea typeface="宋体" pitchFamily="2" charset="-122"/>
              <a:sym typeface="+mn-ea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824230" y="1717675"/>
            <a:ext cx="10459720" cy="4351655"/>
          </a:xfrm>
          <a:prstGeom prst="roundRect">
            <a:avLst>
              <a:gd name="adj" fmla="val 6791"/>
            </a:avLst>
          </a:prstGeom>
          <a:noFill/>
          <a:ln>
            <a:solidFill>
              <a:srgbClr val="C0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>
            <p:custDataLst>
              <p:tags r:id="rId1"/>
            </p:custDataLst>
          </p:nvPr>
        </p:nvSpPr>
        <p:spPr>
          <a:xfrm>
            <a:off x="1496695" y="2522855"/>
            <a:ext cx="1247140" cy="5391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01</a:t>
            </a:r>
          </a:p>
        </p:txBody>
      </p:sp>
      <p:grpSp>
        <p:nvGrpSpPr>
          <p:cNvPr id="15" name="组合 14"/>
          <p:cNvGrpSpPr/>
          <p:nvPr>
            <p:custDataLst>
              <p:tags r:id="rId2"/>
            </p:custDataLst>
          </p:nvPr>
        </p:nvGrpSpPr>
        <p:grpSpPr>
          <a:xfrm>
            <a:off x="1137285" y="2067560"/>
            <a:ext cx="728980" cy="727710"/>
            <a:chOff x="-1090613" y="612775"/>
            <a:chExt cx="5661244" cy="5268912"/>
          </a:xfrm>
          <a:solidFill>
            <a:srgbClr val="C00000"/>
          </a:solidFill>
        </p:grpSpPr>
        <p:sp>
          <p:nvSpPr>
            <p:cNvPr id="16" name="Freeform 1241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-1090613" y="612775"/>
              <a:ext cx="5359400" cy="5268912"/>
            </a:xfrm>
            <a:custGeom>
              <a:avLst/>
              <a:gdLst>
                <a:gd name="T0" fmla="*/ 296 w 592"/>
                <a:gd name="T1" fmla="*/ 582 h 582"/>
                <a:gd name="T2" fmla="*/ 258 w 592"/>
                <a:gd name="T3" fmla="*/ 566 h 582"/>
                <a:gd name="T4" fmla="*/ 21 w 592"/>
                <a:gd name="T5" fmla="*/ 329 h 582"/>
                <a:gd name="T6" fmla="*/ 21 w 592"/>
                <a:gd name="T7" fmla="*/ 252 h 582"/>
                <a:gd name="T8" fmla="*/ 258 w 592"/>
                <a:gd name="T9" fmla="*/ 16 h 582"/>
                <a:gd name="T10" fmla="*/ 296 w 592"/>
                <a:gd name="T11" fmla="*/ 0 h 582"/>
                <a:gd name="T12" fmla="*/ 334 w 592"/>
                <a:gd name="T13" fmla="*/ 16 h 582"/>
                <a:gd name="T14" fmla="*/ 571 w 592"/>
                <a:gd name="T15" fmla="*/ 252 h 582"/>
                <a:gd name="T16" fmla="*/ 571 w 592"/>
                <a:gd name="T17" fmla="*/ 329 h 582"/>
                <a:gd name="T18" fmla="*/ 334 w 592"/>
                <a:gd name="T19" fmla="*/ 566 h 582"/>
                <a:gd name="T20" fmla="*/ 296 w 592"/>
                <a:gd name="T21" fmla="*/ 582 h 582"/>
                <a:gd name="T22" fmla="*/ 296 w 592"/>
                <a:gd name="T23" fmla="*/ 10 h 582"/>
                <a:gd name="T24" fmla="*/ 265 w 592"/>
                <a:gd name="T25" fmla="*/ 23 h 582"/>
                <a:gd name="T26" fmla="*/ 28 w 592"/>
                <a:gd name="T27" fmla="*/ 259 h 582"/>
                <a:gd name="T28" fmla="*/ 28 w 592"/>
                <a:gd name="T29" fmla="*/ 322 h 582"/>
                <a:gd name="T30" fmla="*/ 265 w 592"/>
                <a:gd name="T31" fmla="*/ 559 h 582"/>
                <a:gd name="T32" fmla="*/ 296 w 592"/>
                <a:gd name="T33" fmla="*/ 572 h 582"/>
                <a:gd name="T34" fmla="*/ 327 w 592"/>
                <a:gd name="T35" fmla="*/ 559 h 582"/>
                <a:gd name="T36" fmla="*/ 564 w 592"/>
                <a:gd name="T37" fmla="*/ 322 h 582"/>
                <a:gd name="T38" fmla="*/ 564 w 592"/>
                <a:gd name="T39" fmla="*/ 259 h 582"/>
                <a:gd name="T40" fmla="*/ 327 w 592"/>
                <a:gd name="T41" fmla="*/ 23 h 582"/>
                <a:gd name="T42" fmla="*/ 296 w 592"/>
                <a:gd name="T43" fmla="*/ 1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2" h="582">
                  <a:moveTo>
                    <a:pt x="296" y="582"/>
                  </a:moveTo>
                  <a:cubicBezTo>
                    <a:pt x="282" y="582"/>
                    <a:pt x="268" y="576"/>
                    <a:pt x="258" y="566"/>
                  </a:cubicBezTo>
                  <a:cubicBezTo>
                    <a:pt x="21" y="329"/>
                    <a:pt x="21" y="329"/>
                    <a:pt x="21" y="329"/>
                  </a:cubicBezTo>
                  <a:cubicBezTo>
                    <a:pt x="0" y="308"/>
                    <a:pt x="0" y="274"/>
                    <a:pt x="21" y="252"/>
                  </a:cubicBezTo>
                  <a:cubicBezTo>
                    <a:pt x="258" y="16"/>
                    <a:pt x="258" y="16"/>
                    <a:pt x="258" y="16"/>
                  </a:cubicBezTo>
                  <a:cubicBezTo>
                    <a:pt x="268" y="5"/>
                    <a:pt x="282" y="0"/>
                    <a:pt x="296" y="0"/>
                  </a:cubicBezTo>
                  <a:cubicBezTo>
                    <a:pt x="311" y="0"/>
                    <a:pt x="324" y="5"/>
                    <a:pt x="334" y="16"/>
                  </a:cubicBezTo>
                  <a:cubicBezTo>
                    <a:pt x="571" y="252"/>
                    <a:pt x="571" y="252"/>
                    <a:pt x="571" y="252"/>
                  </a:cubicBezTo>
                  <a:cubicBezTo>
                    <a:pt x="592" y="274"/>
                    <a:pt x="592" y="308"/>
                    <a:pt x="571" y="329"/>
                  </a:cubicBezTo>
                  <a:cubicBezTo>
                    <a:pt x="334" y="566"/>
                    <a:pt x="334" y="566"/>
                    <a:pt x="334" y="566"/>
                  </a:cubicBezTo>
                  <a:cubicBezTo>
                    <a:pt x="324" y="576"/>
                    <a:pt x="311" y="582"/>
                    <a:pt x="296" y="582"/>
                  </a:cubicBezTo>
                  <a:close/>
                  <a:moveTo>
                    <a:pt x="296" y="10"/>
                  </a:moveTo>
                  <a:cubicBezTo>
                    <a:pt x="284" y="10"/>
                    <a:pt x="273" y="14"/>
                    <a:pt x="265" y="23"/>
                  </a:cubicBezTo>
                  <a:cubicBezTo>
                    <a:pt x="28" y="259"/>
                    <a:pt x="28" y="259"/>
                    <a:pt x="28" y="259"/>
                  </a:cubicBezTo>
                  <a:cubicBezTo>
                    <a:pt x="11" y="277"/>
                    <a:pt x="11" y="305"/>
                    <a:pt x="28" y="322"/>
                  </a:cubicBezTo>
                  <a:cubicBezTo>
                    <a:pt x="265" y="559"/>
                    <a:pt x="265" y="559"/>
                    <a:pt x="265" y="559"/>
                  </a:cubicBezTo>
                  <a:cubicBezTo>
                    <a:pt x="273" y="567"/>
                    <a:pt x="284" y="572"/>
                    <a:pt x="296" y="572"/>
                  </a:cubicBezTo>
                  <a:cubicBezTo>
                    <a:pt x="308" y="572"/>
                    <a:pt x="319" y="567"/>
                    <a:pt x="327" y="559"/>
                  </a:cubicBezTo>
                  <a:cubicBezTo>
                    <a:pt x="564" y="322"/>
                    <a:pt x="564" y="322"/>
                    <a:pt x="564" y="322"/>
                  </a:cubicBezTo>
                  <a:cubicBezTo>
                    <a:pt x="581" y="305"/>
                    <a:pt x="581" y="277"/>
                    <a:pt x="564" y="259"/>
                  </a:cubicBezTo>
                  <a:cubicBezTo>
                    <a:pt x="327" y="23"/>
                    <a:pt x="327" y="23"/>
                    <a:pt x="327" y="23"/>
                  </a:cubicBezTo>
                  <a:cubicBezTo>
                    <a:pt x="319" y="14"/>
                    <a:pt x="308" y="10"/>
                    <a:pt x="296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17" name="Freeform 1234"/>
            <p:cNvSpPr/>
            <p:nvPr>
              <p:custDataLst>
                <p:tags r:id="rId15"/>
              </p:custDataLst>
            </p:nvPr>
          </p:nvSpPr>
          <p:spPr bwMode="auto">
            <a:xfrm>
              <a:off x="-439065" y="612775"/>
              <a:ext cx="5009696" cy="5017704"/>
            </a:xfrm>
            <a:custGeom>
              <a:avLst/>
              <a:gdLst>
                <a:gd name="T0" fmla="*/ 634 w 1132"/>
                <a:gd name="T1" fmla="*/ 1095 h 1133"/>
                <a:gd name="T2" fmla="*/ 498 w 1132"/>
                <a:gd name="T3" fmla="*/ 1095 h 1133"/>
                <a:gd name="T4" fmla="*/ 37 w 1132"/>
                <a:gd name="T5" fmla="*/ 634 h 1133"/>
                <a:gd name="T6" fmla="*/ 37 w 1132"/>
                <a:gd name="T7" fmla="*/ 499 h 1133"/>
                <a:gd name="T8" fmla="*/ 498 w 1132"/>
                <a:gd name="T9" fmla="*/ 38 h 1133"/>
                <a:gd name="T10" fmla="*/ 634 w 1132"/>
                <a:gd name="T11" fmla="*/ 38 h 1133"/>
                <a:gd name="T12" fmla="*/ 1095 w 1132"/>
                <a:gd name="T13" fmla="*/ 499 h 1133"/>
                <a:gd name="T14" fmla="*/ 1095 w 1132"/>
                <a:gd name="T15" fmla="*/ 634 h 1133"/>
                <a:gd name="T16" fmla="*/ 634 w 1132"/>
                <a:gd name="T17" fmla="*/ 1095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2" h="1133">
                  <a:moveTo>
                    <a:pt x="634" y="1095"/>
                  </a:moveTo>
                  <a:cubicBezTo>
                    <a:pt x="596" y="1133"/>
                    <a:pt x="536" y="1133"/>
                    <a:pt x="498" y="1095"/>
                  </a:cubicBezTo>
                  <a:cubicBezTo>
                    <a:pt x="37" y="634"/>
                    <a:pt x="37" y="634"/>
                    <a:pt x="37" y="634"/>
                  </a:cubicBezTo>
                  <a:cubicBezTo>
                    <a:pt x="0" y="597"/>
                    <a:pt x="0" y="536"/>
                    <a:pt x="37" y="499"/>
                  </a:cubicBezTo>
                  <a:cubicBezTo>
                    <a:pt x="498" y="38"/>
                    <a:pt x="498" y="38"/>
                    <a:pt x="498" y="38"/>
                  </a:cubicBezTo>
                  <a:cubicBezTo>
                    <a:pt x="536" y="0"/>
                    <a:pt x="596" y="0"/>
                    <a:pt x="634" y="38"/>
                  </a:cubicBezTo>
                  <a:cubicBezTo>
                    <a:pt x="1095" y="499"/>
                    <a:pt x="1095" y="499"/>
                    <a:pt x="1095" y="499"/>
                  </a:cubicBezTo>
                  <a:cubicBezTo>
                    <a:pt x="1132" y="536"/>
                    <a:pt x="1132" y="597"/>
                    <a:pt x="1095" y="634"/>
                  </a:cubicBezTo>
                  <a:lnTo>
                    <a:pt x="634" y="10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22" name="矩形 21"/>
          <p:cNvSpPr/>
          <p:nvPr>
            <p:custDataLst>
              <p:tags r:id="rId3"/>
            </p:custDataLst>
          </p:nvPr>
        </p:nvSpPr>
        <p:spPr>
          <a:xfrm>
            <a:off x="2262505" y="4138295"/>
            <a:ext cx="741045" cy="4686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</a:t>
            </a:r>
            <a:r>
              <a:rPr lang="en-US" altLang="zh-CN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1</a:t>
            </a: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933575" y="4194810"/>
            <a:ext cx="765175" cy="5391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01</a:t>
            </a:r>
          </a:p>
        </p:txBody>
      </p:sp>
      <p:grpSp>
        <p:nvGrpSpPr>
          <p:cNvPr id="14" name="组合 13"/>
          <p:cNvGrpSpPr/>
          <p:nvPr>
            <p:custDataLst>
              <p:tags r:id="rId5"/>
            </p:custDataLst>
          </p:nvPr>
        </p:nvGrpSpPr>
        <p:grpSpPr>
          <a:xfrm>
            <a:off x="1089660" y="3283585"/>
            <a:ext cx="728980" cy="727710"/>
            <a:chOff x="-1090613" y="612775"/>
            <a:chExt cx="5661244" cy="5268912"/>
          </a:xfrm>
          <a:solidFill>
            <a:srgbClr val="C00000"/>
          </a:solidFill>
        </p:grpSpPr>
        <p:sp>
          <p:nvSpPr>
            <p:cNvPr id="19" name="Freeform 1241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-1090613" y="612775"/>
              <a:ext cx="5359400" cy="5268912"/>
            </a:xfrm>
            <a:custGeom>
              <a:avLst/>
              <a:gdLst>
                <a:gd name="T0" fmla="*/ 296 w 592"/>
                <a:gd name="T1" fmla="*/ 582 h 582"/>
                <a:gd name="T2" fmla="*/ 258 w 592"/>
                <a:gd name="T3" fmla="*/ 566 h 582"/>
                <a:gd name="T4" fmla="*/ 21 w 592"/>
                <a:gd name="T5" fmla="*/ 329 h 582"/>
                <a:gd name="T6" fmla="*/ 21 w 592"/>
                <a:gd name="T7" fmla="*/ 252 h 582"/>
                <a:gd name="T8" fmla="*/ 258 w 592"/>
                <a:gd name="T9" fmla="*/ 16 h 582"/>
                <a:gd name="T10" fmla="*/ 296 w 592"/>
                <a:gd name="T11" fmla="*/ 0 h 582"/>
                <a:gd name="T12" fmla="*/ 334 w 592"/>
                <a:gd name="T13" fmla="*/ 16 h 582"/>
                <a:gd name="T14" fmla="*/ 571 w 592"/>
                <a:gd name="T15" fmla="*/ 252 h 582"/>
                <a:gd name="T16" fmla="*/ 571 w 592"/>
                <a:gd name="T17" fmla="*/ 329 h 582"/>
                <a:gd name="T18" fmla="*/ 334 w 592"/>
                <a:gd name="T19" fmla="*/ 566 h 582"/>
                <a:gd name="T20" fmla="*/ 296 w 592"/>
                <a:gd name="T21" fmla="*/ 582 h 582"/>
                <a:gd name="T22" fmla="*/ 296 w 592"/>
                <a:gd name="T23" fmla="*/ 10 h 582"/>
                <a:gd name="T24" fmla="*/ 265 w 592"/>
                <a:gd name="T25" fmla="*/ 23 h 582"/>
                <a:gd name="T26" fmla="*/ 28 w 592"/>
                <a:gd name="T27" fmla="*/ 259 h 582"/>
                <a:gd name="T28" fmla="*/ 28 w 592"/>
                <a:gd name="T29" fmla="*/ 322 h 582"/>
                <a:gd name="T30" fmla="*/ 265 w 592"/>
                <a:gd name="T31" fmla="*/ 559 h 582"/>
                <a:gd name="T32" fmla="*/ 296 w 592"/>
                <a:gd name="T33" fmla="*/ 572 h 582"/>
                <a:gd name="T34" fmla="*/ 327 w 592"/>
                <a:gd name="T35" fmla="*/ 559 h 582"/>
                <a:gd name="T36" fmla="*/ 564 w 592"/>
                <a:gd name="T37" fmla="*/ 322 h 582"/>
                <a:gd name="T38" fmla="*/ 564 w 592"/>
                <a:gd name="T39" fmla="*/ 259 h 582"/>
                <a:gd name="T40" fmla="*/ 327 w 592"/>
                <a:gd name="T41" fmla="*/ 23 h 582"/>
                <a:gd name="T42" fmla="*/ 296 w 592"/>
                <a:gd name="T43" fmla="*/ 1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2" h="582">
                  <a:moveTo>
                    <a:pt x="296" y="582"/>
                  </a:moveTo>
                  <a:cubicBezTo>
                    <a:pt x="282" y="582"/>
                    <a:pt x="268" y="576"/>
                    <a:pt x="258" y="566"/>
                  </a:cubicBezTo>
                  <a:cubicBezTo>
                    <a:pt x="21" y="329"/>
                    <a:pt x="21" y="329"/>
                    <a:pt x="21" y="329"/>
                  </a:cubicBezTo>
                  <a:cubicBezTo>
                    <a:pt x="0" y="308"/>
                    <a:pt x="0" y="274"/>
                    <a:pt x="21" y="252"/>
                  </a:cubicBezTo>
                  <a:cubicBezTo>
                    <a:pt x="258" y="16"/>
                    <a:pt x="258" y="16"/>
                    <a:pt x="258" y="16"/>
                  </a:cubicBezTo>
                  <a:cubicBezTo>
                    <a:pt x="268" y="5"/>
                    <a:pt x="282" y="0"/>
                    <a:pt x="296" y="0"/>
                  </a:cubicBezTo>
                  <a:cubicBezTo>
                    <a:pt x="311" y="0"/>
                    <a:pt x="324" y="5"/>
                    <a:pt x="334" y="16"/>
                  </a:cubicBezTo>
                  <a:cubicBezTo>
                    <a:pt x="571" y="252"/>
                    <a:pt x="571" y="252"/>
                    <a:pt x="571" y="252"/>
                  </a:cubicBezTo>
                  <a:cubicBezTo>
                    <a:pt x="592" y="274"/>
                    <a:pt x="592" y="308"/>
                    <a:pt x="571" y="329"/>
                  </a:cubicBezTo>
                  <a:cubicBezTo>
                    <a:pt x="334" y="566"/>
                    <a:pt x="334" y="566"/>
                    <a:pt x="334" y="566"/>
                  </a:cubicBezTo>
                  <a:cubicBezTo>
                    <a:pt x="324" y="576"/>
                    <a:pt x="311" y="582"/>
                    <a:pt x="296" y="582"/>
                  </a:cubicBezTo>
                  <a:close/>
                  <a:moveTo>
                    <a:pt x="296" y="10"/>
                  </a:moveTo>
                  <a:cubicBezTo>
                    <a:pt x="284" y="10"/>
                    <a:pt x="273" y="14"/>
                    <a:pt x="265" y="23"/>
                  </a:cubicBezTo>
                  <a:cubicBezTo>
                    <a:pt x="28" y="259"/>
                    <a:pt x="28" y="259"/>
                    <a:pt x="28" y="259"/>
                  </a:cubicBezTo>
                  <a:cubicBezTo>
                    <a:pt x="11" y="277"/>
                    <a:pt x="11" y="305"/>
                    <a:pt x="28" y="322"/>
                  </a:cubicBezTo>
                  <a:cubicBezTo>
                    <a:pt x="265" y="559"/>
                    <a:pt x="265" y="559"/>
                    <a:pt x="265" y="559"/>
                  </a:cubicBezTo>
                  <a:cubicBezTo>
                    <a:pt x="273" y="567"/>
                    <a:pt x="284" y="572"/>
                    <a:pt x="296" y="572"/>
                  </a:cubicBezTo>
                  <a:cubicBezTo>
                    <a:pt x="308" y="572"/>
                    <a:pt x="319" y="567"/>
                    <a:pt x="327" y="559"/>
                  </a:cubicBezTo>
                  <a:cubicBezTo>
                    <a:pt x="564" y="322"/>
                    <a:pt x="564" y="322"/>
                    <a:pt x="564" y="322"/>
                  </a:cubicBezTo>
                  <a:cubicBezTo>
                    <a:pt x="581" y="305"/>
                    <a:pt x="581" y="277"/>
                    <a:pt x="564" y="259"/>
                  </a:cubicBezTo>
                  <a:cubicBezTo>
                    <a:pt x="327" y="23"/>
                    <a:pt x="327" y="23"/>
                    <a:pt x="327" y="23"/>
                  </a:cubicBezTo>
                  <a:cubicBezTo>
                    <a:pt x="319" y="14"/>
                    <a:pt x="308" y="10"/>
                    <a:pt x="296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20" name="Freeform 1234"/>
            <p:cNvSpPr/>
            <p:nvPr>
              <p:custDataLst>
                <p:tags r:id="rId13"/>
              </p:custDataLst>
            </p:nvPr>
          </p:nvSpPr>
          <p:spPr bwMode="auto">
            <a:xfrm>
              <a:off x="-439065" y="612775"/>
              <a:ext cx="5009696" cy="5017704"/>
            </a:xfrm>
            <a:custGeom>
              <a:avLst/>
              <a:gdLst>
                <a:gd name="T0" fmla="*/ 634 w 1132"/>
                <a:gd name="T1" fmla="*/ 1095 h 1133"/>
                <a:gd name="T2" fmla="*/ 498 w 1132"/>
                <a:gd name="T3" fmla="*/ 1095 h 1133"/>
                <a:gd name="T4" fmla="*/ 37 w 1132"/>
                <a:gd name="T5" fmla="*/ 634 h 1133"/>
                <a:gd name="T6" fmla="*/ 37 w 1132"/>
                <a:gd name="T7" fmla="*/ 499 h 1133"/>
                <a:gd name="T8" fmla="*/ 498 w 1132"/>
                <a:gd name="T9" fmla="*/ 38 h 1133"/>
                <a:gd name="T10" fmla="*/ 634 w 1132"/>
                <a:gd name="T11" fmla="*/ 38 h 1133"/>
                <a:gd name="T12" fmla="*/ 1095 w 1132"/>
                <a:gd name="T13" fmla="*/ 499 h 1133"/>
                <a:gd name="T14" fmla="*/ 1095 w 1132"/>
                <a:gd name="T15" fmla="*/ 634 h 1133"/>
                <a:gd name="T16" fmla="*/ 634 w 1132"/>
                <a:gd name="T17" fmla="*/ 1095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2" h="1133">
                  <a:moveTo>
                    <a:pt x="634" y="1095"/>
                  </a:moveTo>
                  <a:cubicBezTo>
                    <a:pt x="596" y="1133"/>
                    <a:pt x="536" y="1133"/>
                    <a:pt x="498" y="1095"/>
                  </a:cubicBezTo>
                  <a:cubicBezTo>
                    <a:pt x="37" y="634"/>
                    <a:pt x="37" y="634"/>
                    <a:pt x="37" y="634"/>
                  </a:cubicBezTo>
                  <a:cubicBezTo>
                    <a:pt x="0" y="597"/>
                    <a:pt x="0" y="536"/>
                    <a:pt x="37" y="499"/>
                  </a:cubicBezTo>
                  <a:cubicBezTo>
                    <a:pt x="498" y="38"/>
                    <a:pt x="498" y="38"/>
                    <a:pt x="498" y="38"/>
                  </a:cubicBezTo>
                  <a:cubicBezTo>
                    <a:pt x="536" y="0"/>
                    <a:pt x="596" y="0"/>
                    <a:pt x="634" y="38"/>
                  </a:cubicBezTo>
                  <a:cubicBezTo>
                    <a:pt x="1095" y="499"/>
                    <a:pt x="1095" y="499"/>
                    <a:pt x="1095" y="499"/>
                  </a:cubicBezTo>
                  <a:cubicBezTo>
                    <a:pt x="1132" y="536"/>
                    <a:pt x="1132" y="597"/>
                    <a:pt x="1095" y="634"/>
                  </a:cubicBezTo>
                  <a:lnTo>
                    <a:pt x="634" y="10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23" name="矩形 22"/>
          <p:cNvSpPr/>
          <p:nvPr>
            <p:custDataLst>
              <p:tags r:id="rId6"/>
            </p:custDataLst>
          </p:nvPr>
        </p:nvSpPr>
        <p:spPr>
          <a:xfrm>
            <a:off x="1221105" y="2220595"/>
            <a:ext cx="741045" cy="4686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</a:t>
            </a:r>
            <a:r>
              <a:rPr lang="en-US" altLang="zh-CN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1</a:t>
            </a:r>
          </a:p>
        </p:txBody>
      </p:sp>
      <p:sp>
        <p:nvSpPr>
          <p:cNvPr id="24" name="矩形 23"/>
          <p:cNvSpPr/>
          <p:nvPr>
            <p:custDataLst>
              <p:tags r:id="rId7"/>
            </p:custDataLst>
          </p:nvPr>
        </p:nvSpPr>
        <p:spPr>
          <a:xfrm>
            <a:off x="1221105" y="3394075"/>
            <a:ext cx="741045" cy="4686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</a:t>
            </a:r>
            <a:r>
              <a:rPr lang="en-US" altLang="zh-CN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2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1962150" y="2120900"/>
            <a:ext cx="9116060" cy="992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Times New Roman Regular" panose="02020503050405090304" charset="0"/>
                <a:sym typeface="+mn-ea"/>
              </a:rPr>
              <a:t>提出了 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Times New Roman Regular" panose="02020503050405090304" charset="0"/>
                <a:sym typeface="+mn-ea"/>
              </a:rPr>
              <a:t>GUI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Times New Roman Regular" panose="02020503050405090304" charset="0"/>
                <a:sym typeface="+mn-ea"/>
              </a:rPr>
              <a:t>智能体评测中的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 Regular" panose="02020503050405090304" charset="0"/>
                <a:sym typeface="+mn-ea"/>
              </a:rPr>
              <a:t>「应用状态污染」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Times New Roman Regular" panose="02020503050405090304" charset="0"/>
                <a:sym typeface="+mn-ea"/>
              </a:rPr>
              <a:t>问题，揭示了执行任务时持久化状态残留对后继任务评测结果影响。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962150" y="3230245"/>
            <a:ext cx="9116695" cy="992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503050405090304" charset="0"/>
                <a:sym typeface="+mn-ea"/>
              </a:rPr>
              <a:t>设计了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503050405090304" charset="0"/>
                <a:sym typeface="+mn-ea"/>
              </a:rPr>
              <a:t>检测</a:t>
            </a:r>
            <a:r>
              <a:rPr lang="en-US" altLang="zh-CN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503050405090304" charset="0"/>
                <a:sym typeface="+mn-ea"/>
              </a:rPr>
              <a:t>—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503050405090304" charset="0"/>
                <a:sym typeface="+mn-ea"/>
              </a:rPr>
              <a:t>生成</a:t>
            </a:r>
            <a:r>
              <a:rPr lang="en-US" altLang="zh-CN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503050405090304" charset="0"/>
                <a:sym typeface="+mn-ea"/>
              </a:rPr>
              <a:t>—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503050405090304" charset="0"/>
                <a:sym typeface="+mn-ea"/>
              </a:rPr>
              <a:t>执行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503050405090304" charset="0"/>
                <a:sym typeface="+mn-ea"/>
              </a:rPr>
              <a:t>三阶段恢复架构，结合大模型的推断与生成能力，实现了跨任务的自动化状态恢复。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grpSp>
        <p:nvGrpSpPr>
          <p:cNvPr id="43" name="组合 42"/>
          <p:cNvGrpSpPr/>
          <p:nvPr/>
        </p:nvGrpSpPr>
        <p:grpSpPr>
          <a:xfrm>
            <a:off x="0" y="140728"/>
            <a:ext cx="3575720" cy="838986"/>
            <a:chOff x="0" y="260648"/>
            <a:chExt cx="3575720" cy="838986"/>
          </a:xfrm>
        </p:grpSpPr>
        <p:sp>
          <p:nvSpPr>
            <p:cNvPr id="44" name="矩形 43"/>
            <p:cNvSpPr/>
            <p:nvPr/>
          </p:nvSpPr>
          <p:spPr>
            <a:xfrm>
              <a:off x="0" y="307546"/>
              <a:ext cx="551384" cy="792088"/>
            </a:xfrm>
            <a:prstGeom prst="rect">
              <a:avLst/>
            </a:prstGeom>
            <a:solidFill>
              <a:srgbClr val="961318"/>
            </a:solidFill>
            <a:ln w="25400" cap="flat" cmpd="sng" algn="ctr">
              <a:solidFill>
                <a:srgbClr val="961318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695400" y="260648"/>
              <a:ext cx="2880320" cy="574366"/>
              <a:chOff x="623392" y="310880"/>
              <a:chExt cx="2880320" cy="574366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623392" y="310880"/>
                <a:ext cx="1607820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anose="02020503050405090304" charset="0"/>
                  </a:rPr>
                  <a:t>研究结论</a:t>
                </a:r>
              </a:p>
            </p:txBody>
          </p:sp>
          <p:cxnSp>
            <p:nvCxnSpPr>
              <p:cNvPr id="47" name="直接连接符 46"/>
              <p:cNvCxnSpPr/>
              <p:nvPr/>
            </p:nvCxnSpPr>
            <p:spPr>
              <a:xfrm>
                <a:off x="623392" y="885246"/>
                <a:ext cx="2880320" cy="0"/>
              </a:xfrm>
              <a:prstGeom prst="line">
                <a:avLst/>
              </a:prstGeom>
              <a:noFill/>
              <a:ln w="28575" cap="flat" cmpd="sng" algn="ctr">
                <a:gradFill flip="none" rotWithShape="1">
                  <a:gsLst>
                    <a:gs pos="0">
                      <a:srgbClr val="961318"/>
                    </a:gs>
                    <a:gs pos="81000">
                      <a:srgbClr val="961318">
                        <a:alpha val="20000"/>
                      </a:srgbClr>
                    </a:gs>
                    <a:gs pos="100000">
                      <a:srgbClr val="961318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</p:grpSp>
      </p:grp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1137285" y="4567555"/>
            <a:ext cx="728980" cy="727710"/>
            <a:chOff x="-1090613" y="612775"/>
            <a:chExt cx="5661244" cy="5268912"/>
          </a:xfrm>
          <a:solidFill>
            <a:srgbClr val="C00000"/>
          </a:solidFill>
        </p:grpSpPr>
        <p:sp>
          <p:nvSpPr>
            <p:cNvPr id="3" name="Freeform 1241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-1090613" y="612775"/>
              <a:ext cx="5359400" cy="5268912"/>
            </a:xfrm>
            <a:custGeom>
              <a:avLst/>
              <a:gdLst>
                <a:gd name="T0" fmla="*/ 296 w 592"/>
                <a:gd name="T1" fmla="*/ 582 h 582"/>
                <a:gd name="T2" fmla="*/ 258 w 592"/>
                <a:gd name="T3" fmla="*/ 566 h 582"/>
                <a:gd name="T4" fmla="*/ 21 w 592"/>
                <a:gd name="T5" fmla="*/ 329 h 582"/>
                <a:gd name="T6" fmla="*/ 21 w 592"/>
                <a:gd name="T7" fmla="*/ 252 h 582"/>
                <a:gd name="T8" fmla="*/ 258 w 592"/>
                <a:gd name="T9" fmla="*/ 16 h 582"/>
                <a:gd name="T10" fmla="*/ 296 w 592"/>
                <a:gd name="T11" fmla="*/ 0 h 582"/>
                <a:gd name="T12" fmla="*/ 334 w 592"/>
                <a:gd name="T13" fmla="*/ 16 h 582"/>
                <a:gd name="T14" fmla="*/ 571 w 592"/>
                <a:gd name="T15" fmla="*/ 252 h 582"/>
                <a:gd name="T16" fmla="*/ 571 w 592"/>
                <a:gd name="T17" fmla="*/ 329 h 582"/>
                <a:gd name="T18" fmla="*/ 334 w 592"/>
                <a:gd name="T19" fmla="*/ 566 h 582"/>
                <a:gd name="T20" fmla="*/ 296 w 592"/>
                <a:gd name="T21" fmla="*/ 582 h 582"/>
                <a:gd name="T22" fmla="*/ 296 w 592"/>
                <a:gd name="T23" fmla="*/ 10 h 582"/>
                <a:gd name="T24" fmla="*/ 265 w 592"/>
                <a:gd name="T25" fmla="*/ 23 h 582"/>
                <a:gd name="T26" fmla="*/ 28 w 592"/>
                <a:gd name="T27" fmla="*/ 259 h 582"/>
                <a:gd name="T28" fmla="*/ 28 w 592"/>
                <a:gd name="T29" fmla="*/ 322 h 582"/>
                <a:gd name="T30" fmla="*/ 265 w 592"/>
                <a:gd name="T31" fmla="*/ 559 h 582"/>
                <a:gd name="T32" fmla="*/ 296 w 592"/>
                <a:gd name="T33" fmla="*/ 572 h 582"/>
                <a:gd name="T34" fmla="*/ 327 w 592"/>
                <a:gd name="T35" fmla="*/ 559 h 582"/>
                <a:gd name="T36" fmla="*/ 564 w 592"/>
                <a:gd name="T37" fmla="*/ 322 h 582"/>
                <a:gd name="T38" fmla="*/ 564 w 592"/>
                <a:gd name="T39" fmla="*/ 259 h 582"/>
                <a:gd name="T40" fmla="*/ 327 w 592"/>
                <a:gd name="T41" fmla="*/ 23 h 582"/>
                <a:gd name="T42" fmla="*/ 296 w 592"/>
                <a:gd name="T43" fmla="*/ 1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2" h="582">
                  <a:moveTo>
                    <a:pt x="296" y="582"/>
                  </a:moveTo>
                  <a:cubicBezTo>
                    <a:pt x="282" y="582"/>
                    <a:pt x="268" y="576"/>
                    <a:pt x="258" y="566"/>
                  </a:cubicBezTo>
                  <a:cubicBezTo>
                    <a:pt x="21" y="329"/>
                    <a:pt x="21" y="329"/>
                    <a:pt x="21" y="329"/>
                  </a:cubicBezTo>
                  <a:cubicBezTo>
                    <a:pt x="0" y="308"/>
                    <a:pt x="0" y="274"/>
                    <a:pt x="21" y="252"/>
                  </a:cubicBezTo>
                  <a:cubicBezTo>
                    <a:pt x="258" y="16"/>
                    <a:pt x="258" y="16"/>
                    <a:pt x="258" y="16"/>
                  </a:cubicBezTo>
                  <a:cubicBezTo>
                    <a:pt x="268" y="5"/>
                    <a:pt x="282" y="0"/>
                    <a:pt x="296" y="0"/>
                  </a:cubicBezTo>
                  <a:cubicBezTo>
                    <a:pt x="311" y="0"/>
                    <a:pt x="324" y="5"/>
                    <a:pt x="334" y="16"/>
                  </a:cubicBezTo>
                  <a:cubicBezTo>
                    <a:pt x="571" y="252"/>
                    <a:pt x="571" y="252"/>
                    <a:pt x="571" y="252"/>
                  </a:cubicBezTo>
                  <a:cubicBezTo>
                    <a:pt x="592" y="274"/>
                    <a:pt x="592" y="308"/>
                    <a:pt x="571" y="329"/>
                  </a:cubicBezTo>
                  <a:cubicBezTo>
                    <a:pt x="334" y="566"/>
                    <a:pt x="334" y="566"/>
                    <a:pt x="334" y="566"/>
                  </a:cubicBezTo>
                  <a:cubicBezTo>
                    <a:pt x="324" y="576"/>
                    <a:pt x="311" y="582"/>
                    <a:pt x="296" y="582"/>
                  </a:cubicBezTo>
                  <a:close/>
                  <a:moveTo>
                    <a:pt x="296" y="10"/>
                  </a:moveTo>
                  <a:cubicBezTo>
                    <a:pt x="284" y="10"/>
                    <a:pt x="273" y="14"/>
                    <a:pt x="265" y="23"/>
                  </a:cubicBezTo>
                  <a:cubicBezTo>
                    <a:pt x="28" y="259"/>
                    <a:pt x="28" y="259"/>
                    <a:pt x="28" y="259"/>
                  </a:cubicBezTo>
                  <a:cubicBezTo>
                    <a:pt x="11" y="277"/>
                    <a:pt x="11" y="305"/>
                    <a:pt x="28" y="322"/>
                  </a:cubicBezTo>
                  <a:cubicBezTo>
                    <a:pt x="265" y="559"/>
                    <a:pt x="265" y="559"/>
                    <a:pt x="265" y="559"/>
                  </a:cubicBezTo>
                  <a:cubicBezTo>
                    <a:pt x="273" y="567"/>
                    <a:pt x="284" y="572"/>
                    <a:pt x="296" y="572"/>
                  </a:cubicBezTo>
                  <a:cubicBezTo>
                    <a:pt x="308" y="572"/>
                    <a:pt x="319" y="567"/>
                    <a:pt x="327" y="559"/>
                  </a:cubicBezTo>
                  <a:cubicBezTo>
                    <a:pt x="564" y="322"/>
                    <a:pt x="564" y="322"/>
                    <a:pt x="564" y="322"/>
                  </a:cubicBezTo>
                  <a:cubicBezTo>
                    <a:pt x="581" y="305"/>
                    <a:pt x="581" y="277"/>
                    <a:pt x="564" y="259"/>
                  </a:cubicBezTo>
                  <a:cubicBezTo>
                    <a:pt x="327" y="23"/>
                    <a:pt x="327" y="23"/>
                    <a:pt x="327" y="23"/>
                  </a:cubicBezTo>
                  <a:cubicBezTo>
                    <a:pt x="319" y="14"/>
                    <a:pt x="308" y="10"/>
                    <a:pt x="296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" name="Freeform 1234"/>
            <p:cNvSpPr/>
            <p:nvPr>
              <p:custDataLst>
                <p:tags r:id="rId11"/>
              </p:custDataLst>
            </p:nvPr>
          </p:nvSpPr>
          <p:spPr bwMode="auto">
            <a:xfrm>
              <a:off x="-439065" y="612775"/>
              <a:ext cx="5009696" cy="5017704"/>
            </a:xfrm>
            <a:custGeom>
              <a:avLst/>
              <a:gdLst>
                <a:gd name="T0" fmla="*/ 634 w 1132"/>
                <a:gd name="T1" fmla="*/ 1095 h 1133"/>
                <a:gd name="T2" fmla="*/ 498 w 1132"/>
                <a:gd name="T3" fmla="*/ 1095 h 1133"/>
                <a:gd name="T4" fmla="*/ 37 w 1132"/>
                <a:gd name="T5" fmla="*/ 634 h 1133"/>
                <a:gd name="T6" fmla="*/ 37 w 1132"/>
                <a:gd name="T7" fmla="*/ 499 h 1133"/>
                <a:gd name="T8" fmla="*/ 498 w 1132"/>
                <a:gd name="T9" fmla="*/ 38 h 1133"/>
                <a:gd name="T10" fmla="*/ 634 w 1132"/>
                <a:gd name="T11" fmla="*/ 38 h 1133"/>
                <a:gd name="T12" fmla="*/ 1095 w 1132"/>
                <a:gd name="T13" fmla="*/ 499 h 1133"/>
                <a:gd name="T14" fmla="*/ 1095 w 1132"/>
                <a:gd name="T15" fmla="*/ 634 h 1133"/>
                <a:gd name="T16" fmla="*/ 634 w 1132"/>
                <a:gd name="T17" fmla="*/ 1095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2" h="1133">
                  <a:moveTo>
                    <a:pt x="634" y="1095"/>
                  </a:moveTo>
                  <a:cubicBezTo>
                    <a:pt x="596" y="1133"/>
                    <a:pt x="536" y="1133"/>
                    <a:pt x="498" y="1095"/>
                  </a:cubicBezTo>
                  <a:cubicBezTo>
                    <a:pt x="37" y="634"/>
                    <a:pt x="37" y="634"/>
                    <a:pt x="37" y="634"/>
                  </a:cubicBezTo>
                  <a:cubicBezTo>
                    <a:pt x="0" y="597"/>
                    <a:pt x="0" y="536"/>
                    <a:pt x="37" y="499"/>
                  </a:cubicBezTo>
                  <a:cubicBezTo>
                    <a:pt x="498" y="38"/>
                    <a:pt x="498" y="38"/>
                    <a:pt x="498" y="38"/>
                  </a:cubicBezTo>
                  <a:cubicBezTo>
                    <a:pt x="536" y="0"/>
                    <a:pt x="596" y="0"/>
                    <a:pt x="634" y="38"/>
                  </a:cubicBezTo>
                  <a:cubicBezTo>
                    <a:pt x="1095" y="499"/>
                    <a:pt x="1095" y="499"/>
                    <a:pt x="1095" y="499"/>
                  </a:cubicBezTo>
                  <a:cubicBezTo>
                    <a:pt x="1132" y="536"/>
                    <a:pt x="1132" y="597"/>
                    <a:pt x="1095" y="634"/>
                  </a:cubicBezTo>
                  <a:lnTo>
                    <a:pt x="634" y="10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5" name="矩形 4"/>
          <p:cNvSpPr/>
          <p:nvPr>
            <p:custDataLst>
              <p:tags r:id="rId9"/>
            </p:custDataLst>
          </p:nvPr>
        </p:nvSpPr>
        <p:spPr>
          <a:xfrm>
            <a:off x="1221105" y="4662170"/>
            <a:ext cx="765175" cy="5219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</a:t>
            </a:r>
            <a:r>
              <a:rPr lang="en-US" altLang="zh-CN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3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933575" y="4445000"/>
            <a:ext cx="9245600" cy="10839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latin typeface="宋体" pitchFamily="2" charset="-122"/>
                <a:ea typeface="宋体" pitchFamily="2" charset="-122"/>
                <a:cs typeface="宋体" pitchFamily="2" charset="-122"/>
              </a:rPr>
              <a:t>推动了 </a:t>
            </a:r>
            <a:r>
              <a:rPr lang="en-US" altLang="zh-CN" sz="2800" dirty="0">
                <a:latin typeface="宋体" pitchFamily="2" charset="-122"/>
                <a:ea typeface="宋体" pitchFamily="2" charset="-122"/>
                <a:cs typeface="宋体" pitchFamily="2" charset="-122"/>
              </a:rPr>
              <a:t>GUI </a:t>
            </a:r>
            <a:r>
              <a:rPr lang="zh-CN" altLang="en-US" sz="2800" dirty="0">
                <a:latin typeface="宋体" pitchFamily="2" charset="-122"/>
                <a:ea typeface="宋体" pitchFamily="2" charset="-122"/>
                <a:cs typeface="宋体" pitchFamily="2" charset="-122"/>
              </a:rPr>
              <a:t>智能体评测承认任务间存在状态污染，</a:t>
            </a:r>
            <a:r>
              <a:rPr lang="zh-CN" altLang="en-US" sz="2800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为提升在线评测的可信度与可复现性提供了可行路径</a:t>
            </a:r>
            <a:r>
              <a:rPr lang="zh-CN" altLang="en-US" sz="2800" dirty="0">
                <a:latin typeface="宋体" pitchFamily="2" charset="-122"/>
                <a:ea typeface="宋体" pitchFamily="2" charset="-122"/>
                <a:cs typeface="宋体" pitchFamily="2" charset="-122"/>
              </a:rPr>
              <a:t>。</a:t>
            </a:r>
            <a:endParaRPr lang="zh-CN" altLang="en-US" sz="2800" dirty="0">
              <a:highlight>
                <a:srgbClr val="FFFF00"/>
              </a:highlight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98750" y="874395"/>
            <a:ext cx="6264275" cy="965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sz="4400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sym typeface="+mn-ea"/>
              </a:rPr>
              <a:t>总结</a:t>
            </a:r>
          </a:p>
        </p:txBody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388" y="6420418"/>
            <a:ext cx="2752321" cy="366562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0001119" y="183711"/>
            <a:ext cx="1964493" cy="708062"/>
            <a:chOff x="4246274" y="-10895"/>
            <a:chExt cx="3940182" cy="1420161"/>
          </a:xfrm>
        </p:grpSpPr>
        <p:grpSp>
          <p:nvGrpSpPr>
            <p:cNvPr id="29" name="组合 28"/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30" name="矩形 29"/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FUDAN UNIVERSITY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0" y="140728"/>
            <a:ext cx="3575720" cy="838986"/>
            <a:chOff x="0" y="260648"/>
            <a:chExt cx="3575720" cy="838986"/>
          </a:xfrm>
        </p:grpSpPr>
        <p:sp>
          <p:nvSpPr>
            <p:cNvPr id="7" name="矩形 6"/>
            <p:cNvSpPr/>
            <p:nvPr/>
          </p:nvSpPr>
          <p:spPr>
            <a:xfrm>
              <a:off x="0" y="307546"/>
              <a:ext cx="551384" cy="792088"/>
            </a:xfrm>
            <a:prstGeom prst="rect">
              <a:avLst/>
            </a:prstGeom>
            <a:solidFill>
              <a:srgbClr val="961318"/>
            </a:solidFill>
            <a:ln w="25400" cap="flat" cmpd="sng" algn="ctr">
              <a:solidFill>
                <a:srgbClr val="961318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695400" y="260648"/>
              <a:ext cx="2880320" cy="574366"/>
              <a:chOff x="623392" y="310880"/>
              <a:chExt cx="2880320" cy="574366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623392" y="310880"/>
                <a:ext cx="162736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800" b="1" kern="0" dirty="0">
                    <a:solidFill>
                      <a:prstClr val="black"/>
                    </a:solidFill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</a:rPr>
                  <a:t>参考文献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endParaRPr>
              </a:p>
            </p:txBody>
          </p:sp>
          <p:cxnSp>
            <p:nvCxnSpPr>
              <p:cNvPr id="14" name="直接连接符 13"/>
              <p:cNvCxnSpPr/>
              <p:nvPr/>
            </p:nvCxnSpPr>
            <p:spPr>
              <a:xfrm>
                <a:off x="623392" y="885246"/>
                <a:ext cx="2880320" cy="0"/>
              </a:xfrm>
              <a:prstGeom prst="line">
                <a:avLst/>
              </a:prstGeom>
              <a:noFill/>
              <a:ln w="28575" cap="flat" cmpd="sng" algn="ctr">
                <a:gradFill flip="none" rotWithShape="1">
                  <a:gsLst>
                    <a:gs pos="0">
                      <a:srgbClr val="961318"/>
                    </a:gs>
                    <a:gs pos="81000">
                      <a:srgbClr val="961318">
                        <a:alpha val="20000"/>
                      </a:srgbClr>
                    </a:gs>
                    <a:gs pos="100000">
                      <a:srgbClr val="961318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</p:grpSp>
      </p:grpSp>
      <p:sp>
        <p:nvSpPr>
          <p:cNvPr id="3" name="文本框 2"/>
          <p:cNvSpPr txBox="1"/>
          <p:nvPr/>
        </p:nvSpPr>
        <p:spPr>
          <a:xfrm>
            <a:off x="695400" y="979714"/>
            <a:ext cx="10265410" cy="53491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charset="0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503050405090304" charset="0"/>
                <a:sym typeface="+mn-ea"/>
              </a:rPr>
              <a:t>Hong W, Wang W, Jin Q, et al.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503050405090304" charset="0"/>
                <a:sym typeface="+mn-ea"/>
              </a:rPr>
              <a:t>CogAgent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503050405090304" charset="0"/>
                <a:sym typeface="+mn-ea"/>
              </a:rPr>
              <a:t>: A Visual Language Model for GUI Agents[C]. Advances in Neural Information Processing Systems (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503050405090304" charset="0"/>
                <a:sym typeface="+mn-ea"/>
              </a:rPr>
              <a:t>NeurIPS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503050405090304" charset="0"/>
                <a:sym typeface="+mn-ea"/>
              </a:rPr>
              <a:t>), 2024.</a:t>
            </a:r>
          </a:p>
          <a:p>
            <a:pPr marL="342900" indent="-342900">
              <a:spcAft>
                <a:spcPts val="600"/>
              </a:spcAft>
              <a:buFont typeface="Wingdings" panose="05000000000000000000" charset="0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503050405090304" charset="0"/>
                <a:sym typeface="+mn-ea"/>
              </a:rPr>
              <a:t>Rawles C, Li A, Rodríguez D, et al. Android in the Wild: A Large-Scale Dataset for Android Device Control[C]. Advances in Neural Information Processing Systems (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503050405090304" charset="0"/>
                <a:sym typeface="+mn-ea"/>
              </a:rPr>
              <a:t>NeurIPS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503050405090304" charset="0"/>
                <a:sym typeface="+mn-ea"/>
              </a:rPr>
              <a:t>) Datasets and Benchmarks Track, 2023.</a:t>
            </a:r>
          </a:p>
          <a:p>
            <a:pPr marL="342900" indent="-342900">
              <a:spcAft>
                <a:spcPts val="600"/>
              </a:spcAft>
              <a:buFont typeface="Wingdings" panose="05000000000000000000" charset="0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503050405090304" charset="0"/>
                <a:sym typeface="+mn-ea"/>
              </a:rPr>
              <a:t>Feng Y, Zhang X, et al.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503050405090304" charset="0"/>
                <a:sym typeface="+mn-ea"/>
              </a:rPr>
              <a:t>MobileBench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503050405090304" charset="0"/>
                <a:sym typeface="+mn-ea"/>
              </a:rPr>
              <a:t>-OL: A Comprehensive Chinese Benchmark for Evaluating Mobile GUI Agents in Real-World Environment[C]. Findings of the Association for Computational Linguistics (ACL), 2026.</a:t>
            </a:r>
          </a:p>
          <a:p>
            <a:pPr marL="342900" indent="-342900">
              <a:spcAft>
                <a:spcPts val="600"/>
              </a:spcAft>
              <a:buFont typeface="Wingdings" panose="05000000000000000000" charset="0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503050405090304" charset="0"/>
                <a:sym typeface="+mn-ea"/>
              </a:rPr>
              <a:t>Zhao M, Li J, et al. UI-TARS: A Visual Language Agent for General GUI Understanding and Interaction[C]. International Conference on Learning Representations (ICLR), 2025.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spcAft>
                <a:spcPts val="600"/>
              </a:spcAft>
              <a:buClrTx/>
              <a:buSzTx/>
              <a:buFont typeface="Wingdings" panose="05000000000000000000" charset="0"/>
              <a:buChar char="l"/>
            </a:pPr>
            <a:endParaRPr lang="zh-CN" altLang="en-US" sz="24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spcAft>
                <a:spcPts val="600"/>
              </a:spcAft>
              <a:buClrTx/>
              <a:buSzTx/>
              <a:buFont typeface="Wingdings" panose="05000000000000000000" charset="0"/>
              <a:buChar char="l"/>
            </a:pPr>
            <a:endParaRPr lang="zh-CN" altLang="en-US" sz="2200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342900" indent="-342900" algn="l" fontAlgn="auto"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extLst>
                <a:ext uri="{35155182-B16C-46BC-9424-99874614C6A1}">
                  <wpsdc:indentchars xmlns="" xmlns:wpsdc="http://www.wps.cn/officeDocument/2017/drawingmlCustomData" val="200" checksum="1956455923"/>
                </a:ext>
              </a:extLst>
            </a:pPr>
            <a:endParaRPr lang="zh-CN" altLang="en-US" sz="2200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342900" indent="-342900" algn="l" fontAlgn="auto">
              <a:spcAft>
                <a:spcPts val="600"/>
              </a:spcAft>
              <a:buClrTx/>
              <a:buSzTx/>
              <a:buFont typeface="Wingdings" panose="05000000000000000000" charset="0"/>
              <a:buChar char="l"/>
            </a:pPr>
            <a:endParaRPr lang="zh-CN" altLang="en-US" sz="24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342900" lvl="0" indent="-342900" algn="l" fontAlgn="auto">
              <a:spcAft>
                <a:spcPts val="600"/>
              </a:spcAft>
              <a:buClrTx/>
              <a:buSzTx/>
              <a:buFont typeface="Wingdings" panose="05000000000000000000" charset="0"/>
              <a:buChar char="l"/>
            </a:pPr>
            <a:endParaRPr lang="zh-CN" altLang="en-US" sz="2200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</p:txBody>
      </p: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40" b="14761"/>
          <a:stretch>
            <a:fillRect/>
          </a:stretch>
        </p:blipFill>
        <p:spPr>
          <a:xfrm>
            <a:off x="0" y="0"/>
            <a:ext cx="12192000" cy="3684917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</p:pic>
      <p:cxnSp>
        <p:nvCxnSpPr>
          <p:cNvPr id="5" name="直接连接符 4"/>
          <p:cNvCxnSpPr/>
          <p:nvPr/>
        </p:nvCxnSpPr>
        <p:spPr>
          <a:xfrm>
            <a:off x="4058745" y="5686961"/>
            <a:ext cx="4664710" cy="0"/>
          </a:xfrm>
          <a:prstGeom prst="line">
            <a:avLst/>
          </a:prstGeom>
          <a:noFill/>
          <a:ln w="12700" cap="flat" cmpd="sng" algn="ctr">
            <a:gradFill flip="none" rotWithShape="1">
              <a:gsLst>
                <a:gs pos="0">
                  <a:srgbClr val="961318"/>
                </a:gs>
                <a:gs pos="60000">
                  <a:srgbClr val="961318">
                    <a:alpha val="40000"/>
                  </a:srgbClr>
                </a:gs>
                <a:gs pos="92000">
                  <a:srgbClr val="961318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</p:cxnSp>
      <p:sp>
        <p:nvSpPr>
          <p:cNvPr id="16" name="椭圆 15"/>
          <p:cNvSpPr/>
          <p:nvPr/>
        </p:nvSpPr>
        <p:spPr>
          <a:xfrm>
            <a:off x="5271207" y="2457000"/>
            <a:ext cx="1572746" cy="1572746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等线" panose="02010600030101010101" charset="-122"/>
              <a:cs typeface="+mn-cs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93543" y="2479336"/>
            <a:ext cx="1528074" cy="1528074"/>
          </a:xfrm>
          <a:prstGeom prst="ellipse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147935" y="5059211"/>
            <a:ext cx="5576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Arial" panose="020B0604020202090204"/>
                <a:ea typeface="等线" panose="02010600030101010101" charset="-122"/>
                <a:cs typeface="+mn-cs"/>
              </a:rPr>
              <a:t>THANKS FOR YOUR LISTENING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Arial" panose="020B0604020202090204"/>
                <a:ea typeface="等线" panose="02010600030101010101" charset="-122"/>
                <a:cs typeface="+mn-cs"/>
              </a:rPr>
              <a:t>!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0" y="4128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4800" b="1" dirty="0">
                <a:solidFill>
                  <a:srgbClr val="961318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汇报结束  感谢聆听</a:t>
            </a:r>
            <a:r>
              <a:rPr lang="zh-CN" altLang="en-US" sz="4800" b="1" i="1" dirty="0">
                <a:solidFill>
                  <a:srgbClr val="961318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！</a:t>
            </a:r>
            <a:endParaRPr lang="zh-CN" altLang="en-US" sz="4800" b="1" dirty="0">
              <a:solidFill>
                <a:srgbClr val="961318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776730" y="5859780"/>
            <a:ext cx="2499360" cy="625475"/>
            <a:chOff x="1767755" y="5835880"/>
            <a:chExt cx="2273210" cy="463012"/>
          </a:xfrm>
        </p:grpSpPr>
        <p:sp>
          <p:nvSpPr>
            <p:cNvPr id="18" name="矩形: 圆角 6"/>
            <p:cNvSpPr/>
            <p:nvPr/>
          </p:nvSpPr>
          <p:spPr>
            <a:xfrm>
              <a:off x="1767755" y="5835880"/>
              <a:ext cx="2273210" cy="463012"/>
            </a:xfrm>
            <a:prstGeom prst="roundRect">
              <a:avLst>
                <a:gd name="adj" fmla="val 22153"/>
              </a:avLst>
            </a:prstGeom>
            <a:solidFill>
              <a:srgbClr val="96131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cs typeface="+mn-cs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824140" y="5931068"/>
              <a:ext cx="2160442" cy="27263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汇报人：</a:t>
              </a:r>
              <a:r>
                <a:rPr lang="zh-CN" altLang="en-US" kern="0" dirty="0">
                  <a:solidFill>
                    <a:prstClr val="white"/>
                  </a:solidFill>
                  <a:latin typeface="宋体" pitchFamily="2" charset="-122"/>
                  <a:ea typeface="宋体" pitchFamily="2" charset="-122"/>
                </a:rPr>
                <a:t>苏思源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772025" y="5859780"/>
            <a:ext cx="2805430" cy="625475"/>
            <a:chOff x="4873792" y="5835880"/>
            <a:chExt cx="2053147" cy="463012"/>
          </a:xfrm>
        </p:grpSpPr>
        <p:sp>
          <p:nvSpPr>
            <p:cNvPr id="21" name="矩形: 圆角 9"/>
            <p:cNvSpPr/>
            <p:nvPr/>
          </p:nvSpPr>
          <p:spPr>
            <a:xfrm>
              <a:off x="4985965" y="5835880"/>
              <a:ext cx="1828800" cy="463012"/>
            </a:xfrm>
            <a:prstGeom prst="roundRect">
              <a:avLst>
                <a:gd name="adj" fmla="val 22153"/>
              </a:avLst>
            </a:prstGeom>
            <a:solidFill>
              <a:srgbClr val="96131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cs typeface="+mn-cs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4873792" y="5930686"/>
              <a:ext cx="2053147" cy="27340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指导教师：</a:t>
              </a:r>
              <a:r>
                <a:rPr lang="zh-CN" altLang="en-US" kern="0" dirty="0">
                  <a:solidFill>
                    <a:prstClr val="white"/>
                  </a:solidFill>
                  <a:latin typeface="宋体" pitchFamily="2" charset="-122"/>
                  <a:ea typeface="宋体" pitchFamily="2" charset="-122"/>
                </a:rPr>
                <a:t>周扬帆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044180" y="5859780"/>
            <a:ext cx="2805430" cy="625475"/>
            <a:chOff x="8333639" y="5835880"/>
            <a:chExt cx="2552076" cy="463012"/>
          </a:xfrm>
        </p:grpSpPr>
        <p:sp>
          <p:nvSpPr>
            <p:cNvPr id="24" name="矩形: 圆角 13"/>
            <p:cNvSpPr/>
            <p:nvPr/>
          </p:nvSpPr>
          <p:spPr>
            <a:xfrm>
              <a:off x="8473071" y="5835880"/>
              <a:ext cx="2273210" cy="463012"/>
            </a:xfrm>
            <a:prstGeom prst="roundRect">
              <a:avLst>
                <a:gd name="adj" fmla="val 22153"/>
              </a:avLst>
            </a:prstGeom>
            <a:solidFill>
              <a:srgbClr val="96131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cs typeface="+mn-cs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333639" y="5931068"/>
              <a:ext cx="2552076" cy="27263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日期：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 Regular" panose="02020503050405090304" charset="0"/>
                  <a:cs typeface="Times New Roman Regular" panose="02020503050405090304" charset="0"/>
                </a:rPr>
                <a:t>2026-11-03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1.8874803149606,&quot;left&quot;:515.2996062992127,&quot;top&quot;:131.9912598425197,&quot;width&quot;:401.650393700787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1.8874803149606,&quot;left&quot;:515.2996062992127,&quot;top&quot;:131.9912598425197,&quot;width&quot;:401.650393700787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1.8874803149606,&quot;left&quot;:515.2996062992127,&quot;top&quot;:131.9912598425197,&quot;width&quot;:401.650393700787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1.8874803149606,&quot;left&quot;:515.2996062992127,&quot;top&quot;:131.9912598425197,&quot;width&quot;:401.650393700787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1.8874803149606,&quot;left&quot;:515.2996062992127,&quot;top&quot;:131.9912598425197,&quot;width&quot;:401.650393700787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1.8874803149606,&quot;left&quot;:515.2996062992127,&quot;top&quot;:131.9912598425197,&quot;width&quot;:401.650393700787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1.8874803149606,&quot;left&quot;:515.2996062992127,&quot;top&quot;:131.9912598425197,&quot;width&quot;:401.650393700787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1.8874803149606,&quot;left&quot;:515.2996062992127,&quot;top&quot;:131.9912598425197,&quot;width&quot;:401.650393700787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.65,&quot;left&quot;:412.95,&quot;top&quot;:76.65,&quot;width&quot;:454.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.65,&quot;left&quot;:412.95,&quot;top&quot;:76.65,&quot;width&quot;:454.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.65,&quot;left&quot;:412.95,&quot;top&quot;:76.65,&quot;width&quot;:454.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.65,&quot;left&quot;:412.95,&quot;top&quot;:76.65,&quot;width&quot;:454.4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.65,&quot;left&quot;:412.95,&quot;top&quot;:76.65,&quot;width&quot;:454.4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.65,&quot;left&quot;:412.95,&quot;top&quot;:76.65,&quot;width&quot;:454.4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zh-CN" altLang="en-US">
            <a:latin typeface="宋体" pitchFamily="2" charset="-122"/>
            <a:ea typeface="宋体" pitchFamily="2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1284</Words>
  <Application>Microsoft Office PowerPoint</Application>
  <PresentationFormat>宽屏</PresentationFormat>
  <Paragraphs>110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Times New Roman Regular</vt:lpstr>
      <vt:lpstr>等线</vt:lpstr>
      <vt:lpstr>等线 Light</vt:lpstr>
      <vt:lpstr>思源黑体 Regular</vt:lpstr>
      <vt:lpstr>思源宋体 Heavy</vt:lpstr>
      <vt:lpstr>宋体</vt:lpstr>
      <vt:lpstr>新宋体</vt:lpstr>
      <vt:lpstr>Arial</vt:lpstr>
      <vt:lpstr>Calibri</vt:lpstr>
      <vt:lpstr>Calibri Light</vt:lpstr>
      <vt:lpstr>Times New Roman</vt:lpstr>
      <vt:lpstr>Times New Roman Bold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Si yuan Su</cp:lastModifiedBy>
  <cp:revision>190</cp:revision>
  <dcterms:created xsi:type="dcterms:W3CDTF">2026-10-19T07:48:14Z</dcterms:created>
  <dcterms:modified xsi:type="dcterms:W3CDTF">2026-10-26T14:27:43Z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0653BBCD3AE95A7F3B60CF6A4DD79342_43</vt:lpwstr>
  </property>
  <property fmtid="{D5CDD505-2E9C-101B-9397-08002B2CF9AE}" pid="3" name="KSOProductBuildVer">
    <vt:lpwstr>2052-12.1.23540.23540</vt:lpwstr>
  </property>
</Properties>
</file>